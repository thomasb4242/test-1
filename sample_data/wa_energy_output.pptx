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How bad do you think using each of the following energy types is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8229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How likely do you think these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77690"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7690" y="2291800"/>
            <a:ext cx="938832" cy="48819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89924" y="2761216"/>
            <a:ext cx="1314365" cy="356756"/>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942" y="384713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942" y="3897830"/>
            <a:ext cx="844949" cy="439373"/>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5952" y="4320304"/>
            <a:ext cx="1182929" cy="321080"/>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709928"/>
            <a:ext cx="4453128" cy="425196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201168"/>
            <a:ext cx="11567160" cy="749808"/>
          </a:xfrm>
          <a:prstGeom prst="rect">
            <a:avLst/>
          </a:prstGeom>
          <a:noFill/>
        </p:spPr>
        <p:txBody>
          <a:bodyPr wrap="square">
            <a:spAutoFit/>
          </a:bodyPr>
          <a:lstStyle/>
          <a:p>
            <a:pPr algn="l"/>
            <a:r>
              <a:rPr sz="1800" b="1" i="0">
                <a:solidFill>
                  <a:srgbClr val="027F7C"/>
                </a:solidFill>
                <a:latin typeface="DM Sans"/>
              </a:rPr>
              <a:t>Main reason for supporting a renewable energy target</a:t>
            </a:r>
          </a:p>
        </p:txBody>
      </p:sp>
      <p:sp>
        <p:nvSpPr>
          <p:cNvPr id="3" name="Rectangle 2"/>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What is the main reason for supporting a target? (%, among supporters)</a:t>
            </a:r>
          </a:p>
        </p:txBody>
      </p:sp>
      <p:graphicFrame>
        <p:nvGraphicFramePr>
          <p:cNvPr id="5" name="Table 4"/>
          <p:cNvGraphicFramePr>
            <a:graphicFrameLocks noGrp="1"/>
          </p:cNvGraphicFramePr>
          <p:nvPr/>
        </p:nvGraphicFramePr>
        <p:xfrm>
          <a:off x="310896" y="1709928"/>
          <a:ext cx="11512295" cy="4645152"/>
        </p:xfrm>
        <a:graphic>
          <a:graphicData uri="http://schemas.openxmlformats.org/drawingml/2006/table">
            <a:tbl>
              <a:tblPr firstRow="1" bandRow="1">
                <a:tableStyleId>{5C22544A-7EE6-4342-B048-85BDC9FD1C3A}</a:tableStyleId>
              </a:tblPr>
              <a:tblGrid>
                <a:gridCol w="9785451"/>
                <a:gridCol w="1726844"/>
              </a:tblGrid>
              <a:tr h="30967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30967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30967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30967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30967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30967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30967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30967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30967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30967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30967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30967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309688">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
        <p:nvSpPr>
          <p:cNvPr id="6" name="TextBox 5"/>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those who support a target (n=626)</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