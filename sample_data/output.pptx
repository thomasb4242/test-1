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3"/>
  </p:sldMasterIdLst>
  <p:notesMasterIdLst>
    <p:notesMasterId r:id="rId63"/>
  </p:notesMasterIdLst>
  <p:handoutMasterIdLst>
    <p:handoutMasterId r:id="rId64"/>
  </p:handoutMasterIdLst>
  <p:sldIdLst>
    <p:sldId id="256" r:id="rId28"/>
    <p:sldId id="257" r:id="rId29"/>
    <p:sldId id="258" r:id="rId30"/>
    <p:sldId id="259" r:id="rId31"/>
    <p:sldId id="260" r:id="rId32"/>
    <p:sldId id="261" r:id="rId33"/>
    <p:sldId id="262" r:id="rId34"/>
    <p:sldId id="263" r:id="rId35"/>
    <p:sldId id="264" r:id="rId36"/>
    <p:sldId id="265" r:id="rId37"/>
    <p:sldId id="266" r:id="rId38"/>
    <p:sldId id="267" r:id="rId39"/>
  </p:sldIdLst>
  <p:sldSz cx="12192000" cy="6858000"/>
  <p:notesSz cx="6858000" cy="9144000"/>
  <p:embeddedFontLst>
    <p:embeddedFont>
      <p:font typeface="DM Sans" pitchFamily="2" charset="0"/>
      <p:regular r:id="rId65"/>
      <p:bold r:id="rId66"/>
      <p:italic r:id="rId67"/>
      <p:boldItalic r:id="rId68"/>
    </p:embeddedFont>
    <p:embeddedFont>
      <p:font typeface="DM Sans 14pt" pitchFamily="2" charset="0"/>
      <p:regular r:id="rId69"/>
      <p:bold r:id="rId70"/>
      <p:italic r:id="rId71"/>
      <p:boldItalic r:id="rId72"/>
    </p:embeddedFont>
    <p:embeddedFont>
      <p:font typeface="DM Sans 14pt Light" pitchFamily="2" charset="0"/>
      <p:regular r:id="rId73"/>
      <p:italic r:id="rId74"/>
    </p:embeddedFont>
    <p:embeddedFont>
      <p:font typeface="DM Sans 14pt Medium" pitchFamily="2" charset="0"/>
      <p:regular r:id="rId75"/>
      <p:italic r:id="rId76"/>
    </p:embeddedFont>
    <p:embeddedFont>
      <p:font typeface="DM Sans 14pt SemiBold" pitchFamily="2" charset="0"/>
      <p:bold r:id="rId77"/>
      <p:boldItalic r:id="rId78"/>
    </p:embeddedFont>
    <p:embeddedFont>
      <p:font typeface="PT Serif" panose="020A0603040505020204" pitchFamily="18" charset="0"/>
      <p:regular r:id="rId79"/>
      <p:bold r:id="rId80"/>
      <p:italic r:id="rId81"/>
      <p:boldItalic r:id="rId8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8488"/>
    <a:srgbClr val="B20000"/>
    <a:srgbClr val="003E3D"/>
    <a:srgbClr val="00BEBB"/>
    <a:srgbClr val="F6C5C6"/>
    <a:srgbClr val="9BEFEF"/>
    <a:srgbClr val="7E160D"/>
    <a:srgbClr val="E5F9F9"/>
    <a:srgbClr val="E6F8F9"/>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5890"/>
  </p:normalViewPr>
  <p:slideViewPr>
    <p:cSldViewPr snapToGrid="0">
      <p:cViewPr varScale="1">
        <p:scale>
          <a:sx n="85" d="100"/>
          <a:sy n="85" d="100"/>
        </p:scale>
        <p:origin x="64" y="516"/>
      </p:cViewPr>
      <p:guideLst/>
    </p:cSldViewPr>
  </p:slideViewPr>
  <p:notesTextViewPr>
    <p:cViewPr>
      <p:scale>
        <a:sx n="1" d="1"/>
        <a:sy n="1" d="1"/>
      </p:scale>
      <p:origin x="0" y="0"/>
    </p:cViewPr>
  </p:notesTextViewPr>
  <p:notesViewPr>
    <p:cSldViewPr snapToGrid="0">
      <p:cViewPr varScale="1">
        <p:scale>
          <a:sx n="118" d="100"/>
          <a:sy n="118" d="100"/>
        </p:scale>
        <p:origin x="3952" y="21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slideMaster" Target="slideMasters/slideMaster1.xml"/><Relationship Id="rId28" Type="http://schemas.openxmlformats.org/officeDocument/2006/relationships/slide" Target="slides/slide1.xml"/><Relationship Id="rId29" Type="http://schemas.openxmlformats.org/officeDocument/2006/relationships/slide" Target="slides/slide2.xml"/><Relationship Id="rId30" Type="http://schemas.openxmlformats.org/officeDocument/2006/relationships/slide" Target="slides/slide3.xml"/><Relationship Id="rId31" Type="http://schemas.openxmlformats.org/officeDocument/2006/relationships/slide" Target="slides/slide4.xml"/><Relationship Id="rId32" Type="http://schemas.openxmlformats.org/officeDocument/2006/relationships/slide" Target="slides/slide5.xml"/><Relationship Id="rId33" Type="http://schemas.openxmlformats.org/officeDocument/2006/relationships/slide" Target="slides/slide6.xml"/><Relationship Id="rId34" Type="http://schemas.openxmlformats.org/officeDocument/2006/relationships/slide" Target="slides/slide7.xml"/><Relationship Id="rId35" Type="http://schemas.openxmlformats.org/officeDocument/2006/relationships/slide" Target="slides/slide8.xml"/><Relationship Id="rId36" Type="http://schemas.openxmlformats.org/officeDocument/2006/relationships/slide" Target="slides/slide9.xml"/><Relationship Id="rId37" Type="http://schemas.openxmlformats.org/officeDocument/2006/relationships/slide" Target="slides/slide10.xml"/><Relationship Id="rId38" Type="http://schemas.openxmlformats.org/officeDocument/2006/relationships/slide" Target="slides/slide11.xml"/><Relationship Id="rId39" Type="http://schemas.openxmlformats.org/officeDocument/2006/relationships/slide" Target="slides/slide12.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font" Target="fonts/font13.fntdata"/><Relationship Id="rId78" Type="http://schemas.openxmlformats.org/officeDocument/2006/relationships/font" Target="fonts/font14.fntdata"/><Relationship Id="rId79" Type="http://schemas.openxmlformats.org/officeDocument/2006/relationships/font" Target="fonts/font15.fntdata"/><Relationship Id="rId80" Type="http://schemas.openxmlformats.org/officeDocument/2006/relationships/font" Target="fonts/font16.fntdata"/><Relationship Id="rId81" Type="http://schemas.openxmlformats.org/officeDocument/2006/relationships/font" Target="fonts/font17.fntdata"/><Relationship Id="rId82" Type="http://schemas.openxmlformats.org/officeDocument/2006/relationships/font" Target="fonts/font18.fntdata"/><Relationship Id="rId83" Type="http://schemas.openxmlformats.org/officeDocument/2006/relationships/presProps" Target="presProps.xml"/><Relationship Id="rId84" Type="http://schemas.openxmlformats.org/officeDocument/2006/relationships/viewProps" Target="viewProps.xml"/><Relationship Id="rId85" Type="http://schemas.openxmlformats.org/officeDocument/2006/relationships/theme" Target="theme/theme1.xml"/><Relationship Id="rId8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F84B60A-D138-5A0D-B6A1-48FB787A390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3B5F82E-D95C-1192-230B-BA18AC4FE27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4946F9-B390-5549-A170-C0794563C038}" type="datetimeFigureOut">
              <a:rPr lang="en-US" smtClean="0"/>
              <a:t>3/15/2026</a:t>
            </a:fld>
            <a:endParaRPr lang="en-US"/>
          </a:p>
        </p:txBody>
      </p:sp>
      <p:sp>
        <p:nvSpPr>
          <p:cNvPr id="4" name="Footer Placeholder 3">
            <a:extLst>
              <a:ext uri="{FF2B5EF4-FFF2-40B4-BE49-F238E27FC236}">
                <a16:creationId xmlns:a16="http://schemas.microsoft.com/office/drawing/2014/main" id="{C3A1D4C3-DE65-924F-A311-8FCFB2B11FE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9B1FBD5-666E-125D-D67E-C39A90C706E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0534DBF-4ED0-F242-9E08-223CE2440250}" type="slidenum">
              <a:rPr lang="en-US" smtClean="0"/>
              <a:t>‹#›</a:t>
            </a:fld>
            <a:endParaRPr lang="en-US"/>
          </a:p>
        </p:txBody>
      </p:sp>
    </p:spTree>
    <p:extLst>
      <p:ext uri="{BB962C8B-B14F-4D97-AF65-F5344CB8AC3E}">
        <p14:creationId xmlns:p14="http://schemas.microsoft.com/office/powerpoint/2010/main" val="1901578015"/>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6D77C0-D616-6942-A6DE-15CA13F07A41}" type="datetimeFigureOut">
              <a:rPr lang="en-US" smtClean="0"/>
              <a:t>3/15/2026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E38470-C823-E543-9E68-F0DBB5DFCC4B}" type="slidenum">
              <a:rPr lang="en-US" smtClean="0"/>
              <a:t>‹#›</a:t>
            </a:fld>
            <a:endParaRPr lang="en-US"/>
          </a:p>
        </p:txBody>
      </p:sp>
    </p:spTree>
    <p:extLst>
      <p:ext uri="{BB962C8B-B14F-4D97-AF65-F5344CB8AC3E}">
        <p14:creationId xmlns:p14="http://schemas.microsoft.com/office/powerpoint/2010/main" val="2965129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 Placeholder 5">
            <a:extLst>
              <a:ext uri="{FF2B5EF4-FFF2-40B4-BE49-F238E27FC236}">
                <a16:creationId xmlns:a16="http://schemas.microsoft.com/office/drawing/2014/main" id="{03517A62-8C0C-FC97-152D-F0D41EB22691}"/>
              </a:ext>
            </a:extLst>
          </p:cNvPr>
          <p:cNvSpPr>
            <a:spLocks noGrp="1"/>
          </p:cNvSpPr>
          <p:nvPr>
            <p:ph type="body" sz="quarter" idx="22" hasCustomPrompt="1"/>
          </p:nvPr>
        </p:nvSpPr>
        <p:spPr>
          <a:xfrm>
            <a:off x="1114817" y="6474601"/>
            <a:ext cx="7308375" cy="184666"/>
          </a:xfrm>
          <a:prstGeom prst="rect">
            <a:avLst/>
          </a:prstGeom>
        </p:spPr>
        <p:txBody>
          <a:bodyPr/>
          <a:lstStyle>
            <a:lvl1pPr marL="0" indent="0">
              <a:lnSpc>
                <a:spcPct val="110000"/>
              </a:lnSpc>
              <a:spcBef>
                <a:spcPts val="0"/>
              </a:spcBef>
              <a:buNone/>
              <a:defRPr sz="1100" b="0" i="1">
                <a:latin typeface="DM Sans" pitchFamily="2" charset="77"/>
              </a:defRPr>
            </a:lvl1pPr>
          </a:lstStyle>
          <a:p>
            <a:pPr lvl="0"/>
            <a:r>
              <a:rPr lang="en-US" dirty="0"/>
              <a:t>Footer</a:t>
            </a:r>
            <a:endParaRPr lang="en-AU" dirty="0"/>
          </a:p>
        </p:txBody>
      </p:sp>
      <p:sp>
        <p:nvSpPr>
          <p:cNvPr id="9" name="Title 1">
            <a:extLst>
              <a:ext uri="{FF2B5EF4-FFF2-40B4-BE49-F238E27FC236}">
                <a16:creationId xmlns:a16="http://schemas.microsoft.com/office/drawing/2014/main" id="{779C9BAE-F1AB-3821-AC88-D22BB35FD39D}"/>
              </a:ext>
            </a:extLst>
          </p:cNvPr>
          <p:cNvSpPr>
            <a:spLocks noGrp="1"/>
          </p:cNvSpPr>
          <p:nvPr>
            <p:ph type="title" hasCustomPrompt="1"/>
          </p:nvPr>
        </p:nvSpPr>
        <p:spPr>
          <a:xfrm>
            <a:off x="307975" y="291066"/>
            <a:ext cx="11571288" cy="833791"/>
          </a:xfrm>
        </p:spPr>
        <p:txBody>
          <a:bodyPr>
            <a:normAutofit/>
          </a:bodyPr>
          <a:lstStyle>
            <a:lvl1pPr>
              <a:defRPr sz="3200" b="0" i="0">
                <a:solidFill>
                  <a:srgbClr val="980000"/>
                </a:solidFill>
                <a:latin typeface="+mj-lt"/>
              </a:defRPr>
            </a:lvl1pPr>
          </a:lstStyle>
          <a:p>
            <a:r>
              <a:rPr lang="en-US" dirty="0"/>
              <a:t>Click to add slide title</a:t>
            </a:r>
            <a:endParaRPr lang="en-AU" dirty="0"/>
          </a:p>
        </p:txBody>
      </p:sp>
      <p:sp>
        <p:nvSpPr>
          <p:cNvPr id="11" name="Text Placeholder 5">
            <a:extLst>
              <a:ext uri="{FF2B5EF4-FFF2-40B4-BE49-F238E27FC236}">
                <a16:creationId xmlns:a16="http://schemas.microsoft.com/office/drawing/2014/main" id="{74C991B3-DB49-4DC0-908F-FFB54C5964F5}"/>
              </a:ext>
            </a:extLst>
          </p:cNvPr>
          <p:cNvSpPr>
            <a:spLocks noGrp="1"/>
          </p:cNvSpPr>
          <p:nvPr>
            <p:ph type="body" sz="quarter" idx="21" hasCustomPrompt="1"/>
          </p:nvPr>
        </p:nvSpPr>
        <p:spPr>
          <a:xfrm>
            <a:off x="307975" y="1242909"/>
            <a:ext cx="11571288" cy="465912"/>
          </a:xfrm>
          <a:prstGeom prst="rect">
            <a:avLst/>
          </a:prstGeom>
        </p:spPr>
        <p:txBody>
          <a:bodyPr/>
          <a:lstStyle>
            <a:lvl1pPr marL="0" indent="0">
              <a:lnSpc>
                <a:spcPct val="110000"/>
              </a:lnSpc>
              <a:spcBef>
                <a:spcPts val="0"/>
              </a:spcBef>
              <a:buNone/>
              <a:defRPr sz="1800" b="0" i="0">
                <a:latin typeface="+mj-lt"/>
              </a:defRPr>
            </a:lvl1pPr>
          </a:lstStyle>
          <a:p>
            <a:pPr lvl="0"/>
            <a:r>
              <a:rPr lang="en-US" dirty="0"/>
              <a:t>Click to add sub-title</a:t>
            </a:r>
            <a:endParaRPr lang="en-AU" dirty="0"/>
          </a:p>
        </p:txBody>
      </p:sp>
    </p:spTree>
    <p:extLst>
      <p:ext uri="{BB962C8B-B14F-4D97-AF65-F5344CB8AC3E}">
        <p14:creationId xmlns:p14="http://schemas.microsoft.com/office/powerpoint/2010/main" val="3045404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6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 Placeholder 5">
            <a:extLst>
              <a:ext uri="{FF2B5EF4-FFF2-40B4-BE49-F238E27FC236}">
                <a16:creationId xmlns:a16="http://schemas.microsoft.com/office/drawing/2014/main" id="{03517A62-8C0C-FC97-152D-F0D41EB22691}"/>
              </a:ext>
            </a:extLst>
          </p:cNvPr>
          <p:cNvSpPr>
            <a:spLocks noGrp="1"/>
          </p:cNvSpPr>
          <p:nvPr>
            <p:ph type="body" sz="quarter" idx="22" hasCustomPrompt="1"/>
          </p:nvPr>
        </p:nvSpPr>
        <p:spPr>
          <a:xfrm>
            <a:off x="1114817" y="6474601"/>
            <a:ext cx="7308375" cy="184666"/>
          </a:xfrm>
          <a:prstGeom prst="rect">
            <a:avLst/>
          </a:prstGeom>
        </p:spPr>
        <p:txBody>
          <a:bodyPr/>
          <a:lstStyle>
            <a:lvl1pPr marL="0" indent="0">
              <a:lnSpc>
                <a:spcPct val="110000"/>
              </a:lnSpc>
              <a:spcBef>
                <a:spcPts val="0"/>
              </a:spcBef>
              <a:buNone/>
              <a:defRPr sz="1100" b="0" i="1">
                <a:latin typeface="DM Sans" pitchFamily="2" charset="77"/>
              </a:defRPr>
            </a:lvl1pPr>
          </a:lstStyle>
          <a:p>
            <a:pPr lvl="0"/>
            <a:r>
              <a:rPr lang="en-US" dirty="0"/>
              <a:t>Footer</a:t>
            </a:r>
            <a:endParaRPr lang="en-AU" dirty="0"/>
          </a:p>
        </p:txBody>
      </p:sp>
      <p:sp>
        <p:nvSpPr>
          <p:cNvPr id="9" name="Title 1">
            <a:extLst>
              <a:ext uri="{FF2B5EF4-FFF2-40B4-BE49-F238E27FC236}">
                <a16:creationId xmlns:a16="http://schemas.microsoft.com/office/drawing/2014/main" id="{779C9BAE-F1AB-3821-AC88-D22BB35FD39D}"/>
              </a:ext>
            </a:extLst>
          </p:cNvPr>
          <p:cNvSpPr>
            <a:spLocks noGrp="1"/>
          </p:cNvSpPr>
          <p:nvPr>
            <p:ph type="title" hasCustomPrompt="1"/>
          </p:nvPr>
        </p:nvSpPr>
        <p:spPr>
          <a:xfrm>
            <a:off x="307975" y="291066"/>
            <a:ext cx="11571288" cy="833791"/>
          </a:xfrm>
        </p:spPr>
        <p:txBody>
          <a:bodyPr>
            <a:normAutofit/>
          </a:bodyPr>
          <a:lstStyle>
            <a:lvl1pPr>
              <a:defRPr sz="3200" b="0" i="0">
                <a:solidFill>
                  <a:srgbClr val="980000"/>
                </a:solidFill>
                <a:latin typeface="+mj-lt"/>
              </a:defRPr>
            </a:lvl1pPr>
          </a:lstStyle>
          <a:p>
            <a:r>
              <a:rPr lang="en-US" dirty="0"/>
              <a:t>Click to add slide title</a:t>
            </a:r>
            <a:endParaRPr lang="en-AU" dirty="0"/>
          </a:p>
        </p:txBody>
      </p:sp>
      <p:sp>
        <p:nvSpPr>
          <p:cNvPr id="11" name="Text Placeholder 5">
            <a:extLst>
              <a:ext uri="{FF2B5EF4-FFF2-40B4-BE49-F238E27FC236}">
                <a16:creationId xmlns:a16="http://schemas.microsoft.com/office/drawing/2014/main" id="{74C991B3-DB49-4DC0-908F-FFB54C5964F5}"/>
              </a:ext>
            </a:extLst>
          </p:cNvPr>
          <p:cNvSpPr>
            <a:spLocks noGrp="1"/>
          </p:cNvSpPr>
          <p:nvPr>
            <p:ph type="body" sz="quarter" idx="21" hasCustomPrompt="1"/>
          </p:nvPr>
        </p:nvSpPr>
        <p:spPr>
          <a:xfrm>
            <a:off x="307975" y="1242909"/>
            <a:ext cx="9558126" cy="465912"/>
          </a:xfrm>
          <a:prstGeom prst="rect">
            <a:avLst/>
          </a:prstGeom>
        </p:spPr>
        <p:txBody>
          <a:bodyPr/>
          <a:lstStyle>
            <a:lvl1pPr marL="0" indent="0">
              <a:lnSpc>
                <a:spcPct val="110000"/>
              </a:lnSpc>
              <a:spcBef>
                <a:spcPts val="0"/>
              </a:spcBef>
              <a:buNone/>
              <a:defRPr sz="1800" b="0" i="0">
                <a:latin typeface="+mj-lt"/>
              </a:defRPr>
            </a:lvl1pPr>
          </a:lstStyle>
          <a:p>
            <a:pPr lvl="0"/>
            <a:r>
              <a:rPr lang="en-US" dirty="0"/>
              <a:t>Click to add sub-title</a:t>
            </a:r>
            <a:endParaRPr lang="en-AU" dirty="0"/>
          </a:p>
        </p:txBody>
      </p:sp>
      <p:pic>
        <p:nvPicPr>
          <p:cNvPr id="4" name="Picture 3" descr="A blue quote marks on a black background&#10;&#10;Description automatically generated">
            <a:extLst>
              <a:ext uri="{FF2B5EF4-FFF2-40B4-BE49-F238E27FC236}">
                <a16:creationId xmlns:a16="http://schemas.microsoft.com/office/drawing/2014/main" id="{499C6073-8A58-EFE5-299F-0C26C0889444}"/>
              </a:ext>
            </a:extLst>
          </p:cNvPr>
          <p:cNvPicPr>
            <a:picLocks noChangeAspect="1"/>
          </p:cNvPicPr>
          <p:nvPr userDrawn="1"/>
        </p:nvPicPr>
        <p:blipFill>
          <a:blip r:embed="rId3"/>
          <a:stretch>
            <a:fillRect/>
          </a:stretch>
        </p:blipFill>
        <p:spPr>
          <a:xfrm>
            <a:off x="9808014" y="-110144"/>
            <a:ext cx="2221375" cy="2221375"/>
          </a:xfrm>
          <a:prstGeom prst="rect">
            <a:avLst/>
          </a:prstGeom>
        </p:spPr>
      </p:pic>
    </p:spTree>
    <p:extLst>
      <p:ext uri="{BB962C8B-B14F-4D97-AF65-F5344CB8AC3E}">
        <p14:creationId xmlns:p14="http://schemas.microsoft.com/office/powerpoint/2010/main" val="24352372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 Placeholder 5">
            <a:extLst>
              <a:ext uri="{FF2B5EF4-FFF2-40B4-BE49-F238E27FC236}">
                <a16:creationId xmlns:a16="http://schemas.microsoft.com/office/drawing/2014/main" id="{03517A62-8C0C-FC97-152D-F0D41EB22691}"/>
              </a:ext>
            </a:extLst>
          </p:cNvPr>
          <p:cNvSpPr>
            <a:spLocks noGrp="1"/>
          </p:cNvSpPr>
          <p:nvPr>
            <p:ph type="body" sz="quarter" idx="22" hasCustomPrompt="1"/>
          </p:nvPr>
        </p:nvSpPr>
        <p:spPr>
          <a:xfrm>
            <a:off x="1114817" y="6474601"/>
            <a:ext cx="7308375" cy="184666"/>
          </a:xfrm>
          <a:prstGeom prst="rect">
            <a:avLst/>
          </a:prstGeom>
        </p:spPr>
        <p:txBody>
          <a:bodyPr/>
          <a:lstStyle>
            <a:lvl1pPr marL="0" indent="0">
              <a:lnSpc>
                <a:spcPct val="110000"/>
              </a:lnSpc>
              <a:spcBef>
                <a:spcPts val="0"/>
              </a:spcBef>
              <a:buNone/>
              <a:defRPr sz="1100" b="0" i="1">
                <a:latin typeface="DM Sans" pitchFamily="2" charset="77"/>
              </a:defRPr>
            </a:lvl1pPr>
          </a:lstStyle>
          <a:p>
            <a:pPr lvl="0"/>
            <a:r>
              <a:rPr lang="en-US" dirty="0"/>
              <a:t>Footer</a:t>
            </a:r>
            <a:endParaRPr lang="en-AU" dirty="0"/>
          </a:p>
        </p:txBody>
      </p:sp>
      <p:sp>
        <p:nvSpPr>
          <p:cNvPr id="9" name="Title 1">
            <a:extLst>
              <a:ext uri="{FF2B5EF4-FFF2-40B4-BE49-F238E27FC236}">
                <a16:creationId xmlns:a16="http://schemas.microsoft.com/office/drawing/2014/main" id="{779C9BAE-F1AB-3821-AC88-D22BB35FD39D}"/>
              </a:ext>
            </a:extLst>
          </p:cNvPr>
          <p:cNvSpPr>
            <a:spLocks noGrp="1"/>
          </p:cNvSpPr>
          <p:nvPr>
            <p:ph type="title" hasCustomPrompt="1"/>
          </p:nvPr>
        </p:nvSpPr>
        <p:spPr>
          <a:xfrm>
            <a:off x="307975" y="291066"/>
            <a:ext cx="11571288" cy="833791"/>
          </a:xfrm>
        </p:spPr>
        <p:txBody>
          <a:bodyPr>
            <a:normAutofit/>
          </a:bodyPr>
          <a:lstStyle>
            <a:lvl1pPr>
              <a:defRPr sz="3200" b="0" i="0">
                <a:solidFill>
                  <a:srgbClr val="980000"/>
                </a:solidFill>
                <a:latin typeface="+mj-lt"/>
              </a:defRPr>
            </a:lvl1pPr>
          </a:lstStyle>
          <a:p>
            <a:r>
              <a:rPr lang="en-US" dirty="0"/>
              <a:t>Click to add slide title</a:t>
            </a:r>
            <a:endParaRPr lang="en-AU" dirty="0"/>
          </a:p>
        </p:txBody>
      </p:sp>
      <p:sp>
        <p:nvSpPr>
          <p:cNvPr id="11" name="Text Placeholder 5">
            <a:extLst>
              <a:ext uri="{FF2B5EF4-FFF2-40B4-BE49-F238E27FC236}">
                <a16:creationId xmlns:a16="http://schemas.microsoft.com/office/drawing/2014/main" id="{74C991B3-DB49-4DC0-908F-FFB54C5964F5}"/>
              </a:ext>
            </a:extLst>
          </p:cNvPr>
          <p:cNvSpPr>
            <a:spLocks noGrp="1"/>
          </p:cNvSpPr>
          <p:nvPr>
            <p:ph type="body" sz="quarter" idx="21" hasCustomPrompt="1"/>
          </p:nvPr>
        </p:nvSpPr>
        <p:spPr>
          <a:xfrm>
            <a:off x="307975" y="1242909"/>
            <a:ext cx="9487486" cy="465912"/>
          </a:xfrm>
          <a:prstGeom prst="rect">
            <a:avLst/>
          </a:prstGeom>
        </p:spPr>
        <p:txBody>
          <a:bodyPr/>
          <a:lstStyle>
            <a:lvl1pPr marL="0" indent="0">
              <a:lnSpc>
                <a:spcPct val="110000"/>
              </a:lnSpc>
              <a:spcBef>
                <a:spcPts val="0"/>
              </a:spcBef>
              <a:buNone/>
              <a:defRPr sz="1800" b="0" i="0">
                <a:latin typeface="+mj-lt"/>
              </a:defRPr>
            </a:lvl1pPr>
          </a:lstStyle>
          <a:p>
            <a:pPr lvl="0"/>
            <a:r>
              <a:rPr lang="en-US" dirty="0"/>
              <a:t>Click to add sub-title</a:t>
            </a:r>
            <a:endParaRPr lang="en-AU" dirty="0"/>
          </a:p>
        </p:txBody>
      </p:sp>
      <p:pic>
        <p:nvPicPr>
          <p:cNvPr id="6" name="Picture 5" descr="A pair of red quotation marks&#10;&#10;Description automatically generated">
            <a:extLst>
              <a:ext uri="{FF2B5EF4-FFF2-40B4-BE49-F238E27FC236}">
                <a16:creationId xmlns:a16="http://schemas.microsoft.com/office/drawing/2014/main" id="{D3913944-AC52-5278-5E22-E8B791A8C9E7}"/>
              </a:ext>
            </a:extLst>
          </p:cNvPr>
          <p:cNvPicPr>
            <a:picLocks noChangeAspect="1"/>
          </p:cNvPicPr>
          <p:nvPr userDrawn="1"/>
        </p:nvPicPr>
        <p:blipFill>
          <a:blip r:embed="rId3"/>
          <a:stretch>
            <a:fillRect/>
          </a:stretch>
        </p:blipFill>
        <p:spPr>
          <a:xfrm>
            <a:off x="9841553" y="-76605"/>
            <a:ext cx="2154298" cy="2154298"/>
          </a:xfrm>
          <a:prstGeom prst="rect">
            <a:avLst/>
          </a:prstGeom>
        </p:spPr>
      </p:pic>
    </p:spTree>
    <p:extLst>
      <p:ext uri="{BB962C8B-B14F-4D97-AF65-F5344CB8AC3E}">
        <p14:creationId xmlns:p14="http://schemas.microsoft.com/office/powerpoint/2010/main" val="2116550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FB0B087-FC92-F5F7-348E-CA1255882AC0}"/>
              </a:ext>
            </a:extLst>
          </p:cNvPr>
          <p:cNvSpPr>
            <a:spLocks noGrp="1"/>
          </p:cNvSpPr>
          <p:nvPr>
            <p:ph type="title" hasCustomPrompt="1"/>
          </p:nvPr>
        </p:nvSpPr>
        <p:spPr>
          <a:xfrm>
            <a:off x="307975" y="291066"/>
            <a:ext cx="11571288" cy="833791"/>
          </a:xfrm>
        </p:spPr>
        <p:txBody>
          <a:bodyPr>
            <a:normAutofit/>
          </a:bodyPr>
          <a:lstStyle>
            <a:lvl1pPr>
              <a:defRPr sz="3200" b="0" i="0">
                <a:solidFill>
                  <a:srgbClr val="980000"/>
                </a:solidFill>
                <a:latin typeface="DM Sans 14pt Medium" pitchFamily="2" charset="77"/>
              </a:defRPr>
            </a:lvl1pPr>
          </a:lstStyle>
          <a:p>
            <a:r>
              <a:rPr lang="en-US" dirty="0"/>
              <a:t>Click to add slide title</a:t>
            </a:r>
            <a:endParaRPr lang="en-AU" dirty="0"/>
          </a:p>
        </p:txBody>
      </p:sp>
      <p:sp>
        <p:nvSpPr>
          <p:cNvPr id="11" name="Text Placeholder 5">
            <a:extLst>
              <a:ext uri="{FF2B5EF4-FFF2-40B4-BE49-F238E27FC236}">
                <a16:creationId xmlns:a16="http://schemas.microsoft.com/office/drawing/2014/main" id="{5EBD2096-F516-0AC8-D50E-149733783ACF}"/>
              </a:ext>
            </a:extLst>
          </p:cNvPr>
          <p:cNvSpPr>
            <a:spLocks noGrp="1"/>
          </p:cNvSpPr>
          <p:nvPr>
            <p:ph type="body" sz="quarter" idx="21" hasCustomPrompt="1"/>
          </p:nvPr>
        </p:nvSpPr>
        <p:spPr>
          <a:xfrm>
            <a:off x="307976" y="1242909"/>
            <a:ext cx="4488352" cy="465912"/>
          </a:xfrm>
          <a:prstGeom prst="rect">
            <a:avLst/>
          </a:prstGeom>
        </p:spPr>
        <p:txBody>
          <a:bodyPr/>
          <a:lstStyle>
            <a:lvl1pPr marL="0" indent="0">
              <a:lnSpc>
                <a:spcPct val="110000"/>
              </a:lnSpc>
              <a:spcBef>
                <a:spcPts val="0"/>
              </a:spcBef>
              <a:buNone/>
              <a:defRPr sz="1800" b="0" i="0">
                <a:latin typeface="DM Sans 14pt Medium" pitchFamily="2" charset="77"/>
              </a:defRPr>
            </a:lvl1pPr>
          </a:lstStyle>
          <a:p>
            <a:pPr lvl="0"/>
            <a:r>
              <a:rPr lang="en-US" dirty="0"/>
              <a:t>Click to add sub-title</a:t>
            </a:r>
            <a:endParaRPr lang="en-AU" dirty="0"/>
          </a:p>
        </p:txBody>
      </p:sp>
      <p:sp>
        <p:nvSpPr>
          <p:cNvPr id="12" name="Oval 11">
            <a:extLst>
              <a:ext uri="{FF2B5EF4-FFF2-40B4-BE49-F238E27FC236}">
                <a16:creationId xmlns:a16="http://schemas.microsoft.com/office/drawing/2014/main" id="{E80D1195-814B-4A2A-9891-639EB113BBF9}"/>
              </a:ext>
            </a:extLst>
          </p:cNvPr>
          <p:cNvSpPr/>
          <p:nvPr userDrawn="1"/>
        </p:nvSpPr>
        <p:spPr>
          <a:xfrm>
            <a:off x="1323076" y="2147695"/>
            <a:ext cx="2880000" cy="2880000"/>
          </a:xfrm>
          <a:prstGeom prst="ellipse">
            <a:avLst/>
          </a:prstGeom>
          <a:solidFill>
            <a:srgbClr val="027F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5">
            <a:extLst>
              <a:ext uri="{FF2B5EF4-FFF2-40B4-BE49-F238E27FC236}">
                <a16:creationId xmlns:a16="http://schemas.microsoft.com/office/drawing/2014/main" id="{28EAC9EF-A209-734F-11C8-87E59107B759}"/>
              </a:ext>
            </a:extLst>
          </p:cNvPr>
          <p:cNvSpPr>
            <a:spLocks noGrp="1"/>
          </p:cNvSpPr>
          <p:nvPr>
            <p:ph type="body" sz="quarter" idx="12" hasCustomPrompt="1"/>
          </p:nvPr>
        </p:nvSpPr>
        <p:spPr>
          <a:xfrm>
            <a:off x="1563990" y="3012104"/>
            <a:ext cx="2398172" cy="833791"/>
          </a:xfrm>
          <a:prstGeom prst="rect">
            <a:avLst/>
          </a:prstGeom>
        </p:spPr>
        <p:txBody>
          <a:bodyPr anchor="b"/>
          <a:lstStyle>
            <a:lvl1pPr marL="0" indent="0" algn="ctr">
              <a:buNone/>
              <a:defRPr sz="8000" b="0" i="0" baseline="0">
                <a:solidFill>
                  <a:schemeClr val="bg1"/>
                </a:solidFill>
                <a:latin typeface="DM Sans" pitchFamily="2" charset="77"/>
              </a:defRPr>
            </a:lvl1pPr>
          </a:lstStyle>
          <a:p>
            <a:pPr lvl="0"/>
            <a:r>
              <a:rPr lang="en-US" dirty="0"/>
              <a:t>XX%</a:t>
            </a:r>
            <a:endParaRPr lang="en-AU" dirty="0"/>
          </a:p>
        </p:txBody>
      </p:sp>
      <p:sp>
        <p:nvSpPr>
          <p:cNvPr id="14" name="Text Placeholder 11">
            <a:extLst>
              <a:ext uri="{FF2B5EF4-FFF2-40B4-BE49-F238E27FC236}">
                <a16:creationId xmlns:a16="http://schemas.microsoft.com/office/drawing/2014/main" id="{F2F2B5BF-E3F2-DA96-498F-818AF9C0A450}"/>
              </a:ext>
            </a:extLst>
          </p:cNvPr>
          <p:cNvSpPr>
            <a:spLocks noGrp="1"/>
          </p:cNvSpPr>
          <p:nvPr>
            <p:ph type="body" sz="quarter" idx="19" hasCustomPrompt="1"/>
          </p:nvPr>
        </p:nvSpPr>
        <p:spPr>
          <a:xfrm>
            <a:off x="1563990" y="3708750"/>
            <a:ext cx="2430490" cy="1134427"/>
          </a:xfrm>
          <a:prstGeom prst="rect">
            <a:avLst/>
          </a:prstGeom>
        </p:spPr>
        <p:txBody>
          <a:bodyPr/>
          <a:lstStyle>
            <a:lvl1pPr marL="0" indent="0">
              <a:lnSpc>
                <a:spcPct val="130000"/>
              </a:lnSpc>
              <a:spcBef>
                <a:spcPts val="0"/>
              </a:spcBef>
              <a:buClr>
                <a:schemeClr val="bg1"/>
              </a:buClr>
              <a:buNone/>
              <a:defRPr sz="1600">
                <a:solidFill>
                  <a:schemeClr val="bg1"/>
                </a:solidFill>
                <a:latin typeface="DM Sans"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6" name="Text Placeholder 11">
            <a:extLst>
              <a:ext uri="{FF2B5EF4-FFF2-40B4-BE49-F238E27FC236}">
                <a16:creationId xmlns:a16="http://schemas.microsoft.com/office/drawing/2014/main" id="{9D457955-45AC-FF8C-6547-6D54135D6BEB}"/>
              </a:ext>
            </a:extLst>
          </p:cNvPr>
          <p:cNvSpPr>
            <a:spLocks noGrp="1"/>
          </p:cNvSpPr>
          <p:nvPr>
            <p:ph type="body" sz="quarter" idx="22" hasCustomPrompt="1"/>
          </p:nvPr>
        </p:nvSpPr>
        <p:spPr>
          <a:xfrm>
            <a:off x="8599619" y="5035406"/>
            <a:ext cx="3134238" cy="1395471"/>
          </a:xfrm>
          <a:prstGeom prst="rect">
            <a:avLst/>
          </a:prstGeom>
        </p:spPr>
        <p:txBody>
          <a:bodyPr/>
          <a:lstStyle>
            <a:lvl1pPr marL="0" indent="0">
              <a:buClr>
                <a:schemeClr val="bg1"/>
              </a:buClr>
              <a:buNone/>
              <a:defRPr sz="1200">
                <a:solidFill>
                  <a:schemeClr val="bg2">
                    <a:lumMod val="10000"/>
                  </a:schemeClr>
                </a:solidFill>
                <a:latin typeface="DM Sans"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7" name="Text Placeholder 5">
            <a:extLst>
              <a:ext uri="{FF2B5EF4-FFF2-40B4-BE49-F238E27FC236}">
                <a16:creationId xmlns:a16="http://schemas.microsoft.com/office/drawing/2014/main" id="{88AF47E7-14BE-0451-398B-86194D42D31D}"/>
              </a:ext>
            </a:extLst>
          </p:cNvPr>
          <p:cNvSpPr>
            <a:spLocks noGrp="1"/>
          </p:cNvSpPr>
          <p:nvPr>
            <p:ph type="body" sz="quarter" idx="23" hasCustomPrompt="1"/>
          </p:nvPr>
        </p:nvSpPr>
        <p:spPr>
          <a:xfrm>
            <a:off x="1114817" y="6474601"/>
            <a:ext cx="7308375" cy="184666"/>
          </a:xfrm>
          <a:prstGeom prst="rect">
            <a:avLst/>
          </a:prstGeom>
        </p:spPr>
        <p:txBody>
          <a:bodyPr/>
          <a:lstStyle>
            <a:lvl1pPr marL="0" indent="0">
              <a:lnSpc>
                <a:spcPct val="110000"/>
              </a:lnSpc>
              <a:spcBef>
                <a:spcPts val="0"/>
              </a:spcBef>
              <a:buNone/>
              <a:defRPr sz="600" b="0" i="0">
                <a:latin typeface="DM Sans" pitchFamily="2" charset="77"/>
              </a:defRPr>
            </a:lvl1pPr>
          </a:lstStyle>
          <a:p>
            <a:pPr lvl="0"/>
            <a:r>
              <a:rPr lang="en-US" dirty="0"/>
              <a:t>Footer</a:t>
            </a:r>
            <a:endParaRPr lang="en-AU" dirty="0"/>
          </a:p>
        </p:txBody>
      </p:sp>
    </p:spTree>
    <p:extLst>
      <p:ext uri="{BB962C8B-B14F-4D97-AF65-F5344CB8AC3E}">
        <p14:creationId xmlns:p14="http://schemas.microsoft.com/office/powerpoint/2010/main" val="4118768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FB0B087-FC92-F5F7-348E-CA1255882AC0}"/>
              </a:ext>
            </a:extLst>
          </p:cNvPr>
          <p:cNvSpPr>
            <a:spLocks noGrp="1"/>
          </p:cNvSpPr>
          <p:nvPr>
            <p:ph type="title" hasCustomPrompt="1"/>
          </p:nvPr>
        </p:nvSpPr>
        <p:spPr>
          <a:xfrm>
            <a:off x="307975" y="291066"/>
            <a:ext cx="11571288" cy="833791"/>
          </a:xfrm>
        </p:spPr>
        <p:txBody>
          <a:bodyPr>
            <a:normAutofit/>
          </a:bodyPr>
          <a:lstStyle>
            <a:lvl1pPr>
              <a:defRPr sz="3200" b="0" i="0">
                <a:solidFill>
                  <a:srgbClr val="980000"/>
                </a:solidFill>
                <a:latin typeface="DM Sans 14pt Medium" pitchFamily="2" charset="77"/>
              </a:defRPr>
            </a:lvl1pPr>
          </a:lstStyle>
          <a:p>
            <a:r>
              <a:rPr lang="en-US" dirty="0"/>
              <a:t>Click to add slide title</a:t>
            </a:r>
            <a:endParaRPr lang="en-AU" dirty="0"/>
          </a:p>
        </p:txBody>
      </p:sp>
      <p:sp>
        <p:nvSpPr>
          <p:cNvPr id="11" name="Text Placeholder 5">
            <a:extLst>
              <a:ext uri="{FF2B5EF4-FFF2-40B4-BE49-F238E27FC236}">
                <a16:creationId xmlns:a16="http://schemas.microsoft.com/office/drawing/2014/main" id="{5EBD2096-F516-0AC8-D50E-149733783ACF}"/>
              </a:ext>
            </a:extLst>
          </p:cNvPr>
          <p:cNvSpPr>
            <a:spLocks noGrp="1"/>
          </p:cNvSpPr>
          <p:nvPr>
            <p:ph type="body" sz="quarter" idx="21" hasCustomPrompt="1"/>
          </p:nvPr>
        </p:nvSpPr>
        <p:spPr>
          <a:xfrm>
            <a:off x="307976" y="1242909"/>
            <a:ext cx="4488352" cy="465912"/>
          </a:xfrm>
          <a:prstGeom prst="rect">
            <a:avLst/>
          </a:prstGeom>
        </p:spPr>
        <p:txBody>
          <a:bodyPr/>
          <a:lstStyle>
            <a:lvl1pPr marL="0" indent="0">
              <a:lnSpc>
                <a:spcPct val="110000"/>
              </a:lnSpc>
              <a:spcBef>
                <a:spcPts val="0"/>
              </a:spcBef>
              <a:buNone/>
              <a:defRPr sz="1800" b="0" i="0">
                <a:latin typeface="DM Sans 14pt Medium" pitchFamily="2" charset="77"/>
              </a:defRPr>
            </a:lvl1pPr>
          </a:lstStyle>
          <a:p>
            <a:pPr lvl="0"/>
            <a:r>
              <a:rPr lang="en-US" dirty="0"/>
              <a:t>Click to add sub-title</a:t>
            </a:r>
            <a:endParaRPr lang="en-AU" dirty="0"/>
          </a:p>
        </p:txBody>
      </p:sp>
      <p:sp>
        <p:nvSpPr>
          <p:cNvPr id="12" name="Oval 11">
            <a:extLst>
              <a:ext uri="{FF2B5EF4-FFF2-40B4-BE49-F238E27FC236}">
                <a16:creationId xmlns:a16="http://schemas.microsoft.com/office/drawing/2014/main" id="{E80D1195-814B-4A2A-9891-639EB113BBF9}"/>
              </a:ext>
            </a:extLst>
          </p:cNvPr>
          <p:cNvSpPr/>
          <p:nvPr userDrawn="1"/>
        </p:nvSpPr>
        <p:spPr>
          <a:xfrm>
            <a:off x="1323076" y="2155406"/>
            <a:ext cx="2880000" cy="2880000"/>
          </a:xfrm>
          <a:prstGeom prst="ellipse">
            <a:avLst/>
          </a:prstGeom>
          <a:solidFill>
            <a:srgbClr val="2B3A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5">
            <a:extLst>
              <a:ext uri="{FF2B5EF4-FFF2-40B4-BE49-F238E27FC236}">
                <a16:creationId xmlns:a16="http://schemas.microsoft.com/office/drawing/2014/main" id="{28EAC9EF-A209-734F-11C8-87E59107B759}"/>
              </a:ext>
            </a:extLst>
          </p:cNvPr>
          <p:cNvSpPr>
            <a:spLocks noGrp="1"/>
          </p:cNvSpPr>
          <p:nvPr>
            <p:ph type="body" sz="quarter" idx="12" hasCustomPrompt="1"/>
          </p:nvPr>
        </p:nvSpPr>
        <p:spPr>
          <a:xfrm>
            <a:off x="1563990" y="3012104"/>
            <a:ext cx="2398172" cy="833791"/>
          </a:xfrm>
          <a:prstGeom prst="rect">
            <a:avLst/>
          </a:prstGeom>
        </p:spPr>
        <p:txBody>
          <a:bodyPr anchor="b"/>
          <a:lstStyle>
            <a:lvl1pPr marL="0" indent="0" algn="ctr">
              <a:buNone/>
              <a:defRPr sz="8000" b="0" i="0" baseline="0">
                <a:solidFill>
                  <a:schemeClr val="bg1"/>
                </a:solidFill>
                <a:latin typeface="DM Sans" pitchFamily="2" charset="77"/>
              </a:defRPr>
            </a:lvl1pPr>
          </a:lstStyle>
          <a:p>
            <a:pPr lvl="0"/>
            <a:r>
              <a:rPr lang="en-US" dirty="0"/>
              <a:t>XX%</a:t>
            </a:r>
            <a:endParaRPr lang="en-AU" dirty="0"/>
          </a:p>
        </p:txBody>
      </p:sp>
      <p:sp>
        <p:nvSpPr>
          <p:cNvPr id="14" name="Text Placeholder 11">
            <a:extLst>
              <a:ext uri="{FF2B5EF4-FFF2-40B4-BE49-F238E27FC236}">
                <a16:creationId xmlns:a16="http://schemas.microsoft.com/office/drawing/2014/main" id="{F2F2B5BF-E3F2-DA96-498F-818AF9C0A450}"/>
              </a:ext>
            </a:extLst>
          </p:cNvPr>
          <p:cNvSpPr>
            <a:spLocks noGrp="1"/>
          </p:cNvSpPr>
          <p:nvPr>
            <p:ph type="body" sz="quarter" idx="19" hasCustomPrompt="1"/>
          </p:nvPr>
        </p:nvSpPr>
        <p:spPr>
          <a:xfrm>
            <a:off x="1563990" y="3708750"/>
            <a:ext cx="2430490" cy="1134427"/>
          </a:xfrm>
          <a:prstGeom prst="rect">
            <a:avLst/>
          </a:prstGeom>
        </p:spPr>
        <p:txBody>
          <a:bodyPr/>
          <a:lstStyle>
            <a:lvl1pPr marL="0" indent="0">
              <a:lnSpc>
                <a:spcPct val="130000"/>
              </a:lnSpc>
              <a:spcBef>
                <a:spcPts val="0"/>
              </a:spcBef>
              <a:buClr>
                <a:schemeClr val="bg1"/>
              </a:buClr>
              <a:buNone/>
              <a:defRPr sz="1600">
                <a:solidFill>
                  <a:schemeClr val="bg1"/>
                </a:solidFill>
                <a:latin typeface="DM Sans"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6" name="Text Placeholder 11">
            <a:extLst>
              <a:ext uri="{FF2B5EF4-FFF2-40B4-BE49-F238E27FC236}">
                <a16:creationId xmlns:a16="http://schemas.microsoft.com/office/drawing/2014/main" id="{9D457955-45AC-FF8C-6547-6D54135D6BEB}"/>
              </a:ext>
            </a:extLst>
          </p:cNvPr>
          <p:cNvSpPr>
            <a:spLocks noGrp="1"/>
          </p:cNvSpPr>
          <p:nvPr>
            <p:ph type="body" sz="quarter" idx="22" hasCustomPrompt="1"/>
          </p:nvPr>
        </p:nvSpPr>
        <p:spPr>
          <a:xfrm>
            <a:off x="8599619" y="5035406"/>
            <a:ext cx="3134238" cy="1395471"/>
          </a:xfrm>
          <a:prstGeom prst="rect">
            <a:avLst/>
          </a:prstGeom>
        </p:spPr>
        <p:txBody>
          <a:bodyPr/>
          <a:lstStyle>
            <a:lvl1pPr marL="0" indent="0">
              <a:buClr>
                <a:schemeClr val="bg1"/>
              </a:buClr>
              <a:buNone/>
              <a:defRPr sz="1200">
                <a:solidFill>
                  <a:schemeClr val="bg2">
                    <a:lumMod val="10000"/>
                  </a:schemeClr>
                </a:solidFill>
                <a:latin typeface="DM Sans"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7" name="Text Placeholder 5">
            <a:extLst>
              <a:ext uri="{FF2B5EF4-FFF2-40B4-BE49-F238E27FC236}">
                <a16:creationId xmlns:a16="http://schemas.microsoft.com/office/drawing/2014/main" id="{88AF47E7-14BE-0451-398B-86194D42D31D}"/>
              </a:ext>
            </a:extLst>
          </p:cNvPr>
          <p:cNvSpPr>
            <a:spLocks noGrp="1"/>
          </p:cNvSpPr>
          <p:nvPr>
            <p:ph type="body" sz="quarter" idx="23" hasCustomPrompt="1"/>
          </p:nvPr>
        </p:nvSpPr>
        <p:spPr>
          <a:xfrm>
            <a:off x="1114817" y="6474601"/>
            <a:ext cx="7308375" cy="184666"/>
          </a:xfrm>
          <a:prstGeom prst="rect">
            <a:avLst/>
          </a:prstGeom>
        </p:spPr>
        <p:txBody>
          <a:bodyPr/>
          <a:lstStyle>
            <a:lvl1pPr marL="0" indent="0">
              <a:lnSpc>
                <a:spcPct val="110000"/>
              </a:lnSpc>
              <a:spcBef>
                <a:spcPts val="0"/>
              </a:spcBef>
              <a:buNone/>
              <a:defRPr sz="600" b="0" i="0">
                <a:latin typeface="DM Sans" pitchFamily="2" charset="77"/>
              </a:defRPr>
            </a:lvl1pPr>
          </a:lstStyle>
          <a:p>
            <a:pPr lvl="0"/>
            <a:r>
              <a:rPr lang="en-US" dirty="0"/>
              <a:t>Footer</a:t>
            </a:r>
            <a:endParaRPr lang="en-AU" dirty="0"/>
          </a:p>
        </p:txBody>
      </p:sp>
    </p:spTree>
    <p:extLst>
      <p:ext uri="{BB962C8B-B14F-4D97-AF65-F5344CB8AC3E}">
        <p14:creationId xmlns:p14="http://schemas.microsoft.com/office/powerpoint/2010/main" val="328103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F2FA7C0-06C4-B84F-3FC8-C97BAC14DC3F}"/>
              </a:ext>
            </a:extLst>
          </p:cNvPr>
          <p:cNvSpPr>
            <a:spLocks noGrp="1"/>
          </p:cNvSpPr>
          <p:nvPr>
            <p:ph type="title" hasCustomPrompt="1"/>
          </p:nvPr>
        </p:nvSpPr>
        <p:spPr>
          <a:xfrm>
            <a:off x="307975" y="291066"/>
            <a:ext cx="7610729" cy="833791"/>
          </a:xfrm>
        </p:spPr>
        <p:txBody>
          <a:bodyPr>
            <a:normAutofit/>
          </a:bodyPr>
          <a:lstStyle>
            <a:lvl1pPr>
              <a:defRPr sz="3200" b="0" i="0">
                <a:solidFill>
                  <a:srgbClr val="980000"/>
                </a:solidFill>
                <a:latin typeface="DM Sans 14pt Medium" pitchFamily="2" charset="77"/>
              </a:defRPr>
            </a:lvl1pPr>
          </a:lstStyle>
          <a:p>
            <a:r>
              <a:rPr lang="en-US" dirty="0"/>
              <a:t>Click to add slide title</a:t>
            </a:r>
            <a:endParaRPr lang="en-AU" dirty="0"/>
          </a:p>
        </p:txBody>
      </p:sp>
      <p:sp>
        <p:nvSpPr>
          <p:cNvPr id="10" name="Text Placeholder 5">
            <a:extLst>
              <a:ext uri="{FF2B5EF4-FFF2-40B4-BE49-F238E27FC236}">
                <a16:creationId xmlns:a16="http://schemas.microsoft.com/office/drawing/2014/main" id="{3675DA06-888B-C7DD-8301-92733ED61CDC}"/>
              </a:ext>
            </a:extLst>
          </p:cNvPr>
          <p:cNvSpPr>
            <a:spLocks noGrp="1"/>
          </p:cNvSpPr>
          <p:nvPr>
            <p:ph type="body" sz="quarter" idx="12" hasCustomPrompt="1"/>
          </p:nvPr>
        </p:nvSpPr>
        <p:spPr>
          <a:xfrm>
            <a:off x="8705089" y="1708821"/>
            <a:ext cx="2398172" cy="833791"/>
          </a:xfrm>
          <a:prstGeom prst="rect">
            <a:avLst/>
          </a:prstGeom>
        </p:spPr>
        <p:txBody>
          <a:bodyPr anchor="b"/>
          <a:lstStyle>
            <a:lvl1pPr marL="0" indent="0">
              <a:lnSpc>
                <a:spcPct val="130000"/>
              </a:lnSpc>
              <a:spcBef>
                <a:spcPts val="0"/>
              </a:spcBef>
              <a:buNone/>
              <a:defRPr sz="6000" b="0" i="0" baseline="0">
                <a:solidFill>
                  <a:schemeClr val="bg1"/>
                </a:solidFill>
                <a:latin typeface="DM Sans 14pt Medium" pitchFamily="2" charset="77"/>
              </a:defRPr>
            </a:lvl1pPr>
          </a:lstStyle>
          <a:p>
            <a:pPr lvl="0"/>
            <a:r>
              <a:rPr lang="en-US" dirty="0"/>
              <a:t>XX%</a:t>
            </a:r>
            <a:endParaRPr lang="en-AU" dirty="0"/>
          </a:p>
        </p:txBody>
      </p:sp>
      <p:sp>
        <p:nvSpPr>
          <p:cNvPr id="11" name="Text Placeholder 11">
            <a:extLst>
              <a:ext uri="{FF2B5EF4-FFF2-40B4-BE49-F238E27FC236}">
                <a16:creationId xmlns:a16="http://schemas.microsoft.com/office/drawing/2014/main" id="{8F7531AC-D68B-8258-4A9E-35AAFDB2D746}"/>
              </a:ext>
            </a:extLst>
          </p:cNvPr>
          <p:cNvSpPr>
            <a:spLocks noGrp="1"/>
          </p:cNvSpPr>
          <p:nvPr>
            <p:ph type="body" sz="quarter" idx="19" hasCustomPrompt="1"/>
          </p:nvPr>
        </p:nvSpPr>
        <p:spPr>
          <a:xfrm>
            <a:off x="8672771" y="2468309"/>
            <a:ext cx="2430490" cy="1134427"/>
          </a:xfrm>
          <a:prstGeom prst="rect">
            <a:avLst/>
          </a:prstGeom>
        </p:spPr>
        <p:txBody>
          <a:bodyPr/>
          <a:lstStyle>
            <a:lvl1pPr marL="0" indent="0">
              <a:lnSpc>
                <a:spcPct val="130000"/>
              </a:lnSpc>
              <a:spcBef>
                <a:spcPts val="0"/>
              </a:spcBef>
              <a:buClr>
                <a:schemeClr val="bg1"/>
              </a:buClr>
              <a:buNone/>
              <a:defRPr sz="1200" b="0" i="0">
                <a:solidFill>
                  <a:schemeClr val="bg1"/>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2" name="Text Placeholder 11">
            <a:extLst>
              <a:ext uri="{FF2B5EF4-FFF2-40B4-BE49-F238E27FC236}">
                <a16:creationId xmlns:a16="http://schemas.microsoft.com/office/drawing/2014/main" id="{1B81B08C-29E8-A8F7-F699-A91EC9E549A0}"/>
              </a:ext>
            </a:extLst>
          </p:cNvPr>
          <p:cNvSpPr>
            <a:spLocks noGrp="1"/>
          </p:cNvSpPr>
          <p:nvPr>
            <p:ph type="body" sz="quarter" idx="20" hasCustomPrompt="1"/>
          </p:nvPr>
        </p:nvSpPr>
        <p:spPr>
          <a:xfrm>
            <a:off x="8672771" y="4946188"/>
            <a:ext cx="2430490" cy="1134427"/>
          </a:xfrm>
          <a:prstGeom prst="rect">
            <a:avLst/>
          </a:prstGeom>
        </p:spPr>
        <p:txBody>
          <a:bodyPr/>
          <a:lstStyle>
            <a:lvl1pPr marL="0" indent="0">
              <a:lnSpc>
                <a:spcPct val="130000"/>
              </a:lnSpc>
              <a:spcBef>
                <a:spcPts val="0"/>
              </a:spcBef>
              <a:buClr>
                <a:schemeClr val="bg1"/>
              </a:buClr>
              <a:buNone/>
              <a:defRPr sz="1200" b="0" i="0">
                <a:solidFill>
                  <a:schemeClr val="bg2">
                    <a:lumMod val="10000"/>
                  </a:schemeClr>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3" name="Text Placeholder 5">
            <a:extLst>
              <a:ext uri="{FF2B5EF4-FFF2-40B4-BE49-F238E27FC236}">
                <a16:creationId xmlns:a16="http://schemas.microsoft.com/office/drawing/2014/main" id="{DBEEA9DE-E0AC-0917-01D3-E733D4C8EDBC}"/>
              </a:ext>
            </a:extLst>
          </p:cNvPr>
          <p:cNvSpPr>
            <a:spLocks noGrp="1"/>
          </p:cNvSpPr>
          <p:nvPr>
            <p:ph type="body" sz="quarter" idx="21" hasCustomPrompt="1"/>
          </p:nvPr>
        </p:nvSpPr>
        <p:spPr>
          <a:xfrm>
            <a:off x="307975" y="1242909"/>
            <a:ext cx="7308375" cy="465912"/>
          </a:xfrm>
          <a:prstGeom prst="rect">
            <a:avLst/>
          </a:prstGeom>
        </p:spPr>
        <p:txBody>
          <a:bodyPr/>
          <a:lstStyle>
            <a:lvl1pPr marL="0" indent="0">
              <a:lnSpc>
                <a:spcPct val="110000"/>
              </a:lnSpc>
              <a:spcBef>
                <a:spcPts val="0"/>
              </a:spcBef>
              <a:buNone/>
              <a:defRPr sz="1800" b="0" i="0">
                <a:latin typeface="DM Sans 14pt Medium" pitchFamily="2" charset="77"/>
              </a:defRPr>
            </a:lvl1pPr>
          </a:lstStyle>
          <a:p>
            <a:pPr lvl="0"/>
            <a:r>
              <a:rPr lang="en-US" dirty="0"/>
              <a:t>Click to add sub-title</a:t>
            </a:r>
            <a:endParaRPr lang="en-AU" dirty="0"/>
          </a:p>
        </p:txBody>
      </p:sp>
      <p:sp>
        <p:nvSpPr>
          <p:cNvPr id="14" name="Oval 13">
            <a:extLst>
              <a:ext uri="{FF2B5EF4-FFF2-40B4-BE49-F238E27FC236}">
                <a16:creationId xmlns:a16="http://schemas.microsoft.com/office/drawing/2014/main" id="{D97CA12F-BD46-0D07-0759-B18B990ACA4D}"/>
              </a:ext>
            </a:extLst>
          </p:cNvPr>
          <p:cNvSpPr/>
          <p:nvPr userDrawn="1"/>
        </p:nvSpPr>
        <p:spPr>
          <a:xfrm>
            <a:off x="6133578" y="2453104"/>
            <a:ext cx="2052000" cy="2052000"/>
          </a:xfrm>
          <a:prstGeom prst="ellipse">
            <a:avLst/>
          </a:prstGeom>
          <a:solidFill>
            <a:srgbClr val="027F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DM Sans 14pt Medium" pitchFamily="2" charset="77"/>
            </a:endParaRPr>
          </a:p>
        </p:txBody>
      </p:sp>
      <p:sp>
        <p:nvSpPr>
          <p:cNvPr id="15" name="Text Placeholder 5">
            <a:extLst>
              <a:ext uri="{FF2B5EF4-FFF2-40B4-BE49-F238E27FC236}">
                <a16:creationId xmlns:a16="http://schemas.microsoft.com/office/drawing/2014/main" id="{8C0D6EAA-32BE-1C1F-BDF9-49984D89AEFA}"/>
              </a:ext>
            </a:extLst>
          </p:cNvPr>
          <p:cNvSpPr>
            <a:spLocks noGrp="1"/>
          </p:cNvSpPr>
          <p:nvPr>
            <p:ph type="body" sz="quarter" idx="22" hasCustomPrompt="1"/>
          </p:nvPr>
        </p:nvSpPr>
        <p:spPr>
          <a:xfrm>
            <a:off x="6396847" y="2850428"/>
            <a:ext cx="1752155" cy="833791"/>
          </a:xfrm>
          <a:prstGeom prst="rect">
            <a:avLst/>
          </a:prstGeom>
        </p:spPr>
        <p:txBody>
          <a:bodyPr anchor="b"/>
          <a:lstStyle>
            <a:lvl1pPr marL="0" indent="0">
              <a:lnSpc>
                <a:spcPct val="130000"/>
              </a:lnSpc>
              <a:spcBef>
                <a:spcPts val="0"/>
              </a:spcBef>
              <a:buNone/>
              <a:defRPr sz="6000" b="0" i="0" baseline="0">
                <a:solidFill>
                  <a:schemeClr val="bg1"/>
                </a:solidFill>
                <a:latin typeface="DM Sans 14pt Medium" pitchFamily="2" charset="77"/>
              </a:defRPr>
            </a:lvl1pPr>
          </a:lstStyle>
          <a:p>
            <a:pPr lvl="0"/>
            <a:r>
              <a:rPr lang="en-US" dirty="0"/>
              <a:t>XX%</a:t>
            </a:r>
            <a:endParaRPr lang="en-AU" dirty="0"/>
          </a:p>
        </p:txBody>
      </p:sp>
      <p:sp>
        <p:nvSpPr>
          <p:cNvPr id="16" name="Text Placeholder 11">
            <a:extLst>
              <a:ext uri="{FF2B5EF4-FFF2-40B4-BE49-F238E27FC236}">
                <a16:creationId xmlns:a16="http://schemas.microsoft.com/office/drawing/2014/main" id="{20E7C0AB-66A3-4DB0-2CAF-DD95F722468B}"/>
              </a:ext>
            </a:extLst>
          </p:cNvPr>
          <p:cNvSpPr>
            <a:spLocks noGrp="1"/>
          </p:cNvSpPr>
          <p:nvPr>
            <p:ph type="body" sz="quarter" idx="23" hasCustomPrompt="1"/>
          </p:nvPr>
        </p:nvSpPr>
        <p:spPr>
          <a:xfrm>
            <a:off x="6401105" y="3463612"/>
            <a:ext cx="1517599" cy="698313"/>
          </a:xfrm>
          <a:prstGeom prst="rect">
            <a:avLst/>
          </a:prstGeom>
        </p:spPr>
        <p:txBody>
          <a:bodyPr/>
          <a:lstStyle>
            <a:lvl1pPr marL="0" indent="0">
              <a:lnSpc>
                <a:spcPct val="130000"/>
              </a:lnSpc>
              <a:spcBef>
                <a:spcPts val="0"/>
              </a:spcBef>
              <a:buClr>
                <a:schemeClr val="bg1"/>
              </a:buClr>
              <a:buNone/>
              <a:defRPr sz="1000" b="0" i="0">
                <a:solidFill>
                  <a:schemeClr val="bg1"/>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7" name="Text Placeholder 5">
            <a:extLst>
              <a:ext uri="{FF2B5EF4-FFF2-40B4-BE49-F238E27FC236}">
                <a16:creationId xmlns:a16="http://schemas.microsoft.com/office/drawing/2014/main" id="{05DE3050-5875-9C42-048A-24431367235C}"/>
              </a:ext>
            </a:extLst>
          </p:cNvPr>
          <p:cNvSpPr>
            <a:spLocks noGrp="1"/>
          </p:cNvSpPr>
          <p:nvPr>
            <p:ph type="body" sz="quarter" idx="24" hasCustomPrompt="1"/>
          </p:nvPr>
        </p:nvSpPr>
        <p:spPr>
          <a:xfrm>
            <a:off x="1114817" y="6474601"/>
            <a:ext cx="7308375" cy="184666"/>
          </a:xfrm>
          <a:prstGeom prst="rect">
            <a:avLst/>
          </a:prstGeom>
        </p:spPr>
        <p:txBody>
          <a:bodyPr/>
          <a:lstStyle>
            <a:lvl1pPr marL="0" indent="0">
              <a:lnSpc>
                <a:spcPct val="110000"/>
              </a:lnSpc>
              <a:spcBef>
                <a:spcPts val="0"/>
              </a:spcBef>
              <a:buNone/>
              <a:defRPr sz="600" b="0" i="0">
                <a:latin typeface="DM Sans 14pt Medium" pitchFamily="2" charset="77"/>
              </a:defRPr>
            </a:lvl1pPr>
          </a:lstStyle>
          <a:p>
            <a:pPr lvl="0"/>
            <a:r>
              <a:rPr lang="en-US" dirty="0"/>
              <a:t>Footer</a:t>
            </a:r>
            <a:endParaRPr lang="en-AU" dirty="0"/>
          </a:p>
        </p:txBody>
      </p:sp>
    </p:spTree>
    <p:extLst>
      <p:ext uri="{BB962C8B-B14F-4D97-AF65-F5344CB8AC3E}">
        <p14:creationId xmlns:p14="http://schemas.microsoft.com/office/powerpoint/2010/main" val="619441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F2FA7C0-06C4-B84F-3FC8-C97BAC14DC3F}"/>
              </a:ext>
            </a:extLst>
          </p:cNvPr>
          <p:cNvSpPr>
            <a:spLocks noGrp="1"/>
          </p:cNvSpPr>
          <p:nvPr>
            <p:ph type="title" hasCustomPrompt="1"/>
          </p:nvPr>
        </p:nvSpPr>
        <p:spPr>
          <a:xfrm>
            <a:off x="307975" y="291066"/>
            <a:ext cx="7610729" cy="833791"/>
          </a:xfrm>
        </p:spPr>
        <p:txBody>
          <a:bodyPr>
            <a:normAutofit/>
          </a:bodyPr>
          <a:lstStyle>
            <a:lvl1pPr>
              <a:defRPr sz="3200" b="0" i="0">
                <a:solidFill>
                  <a:srgbClr val="980000"/>
                </a:solidFill>
                <a:latin typeface="DM Sans 14pt Medium" pitchFamily="2" charset="77"/>
              </a:defRPr>
            </a:lvl1pPr>
          </a:lstStyle>
          <a:p>
            <a:r>
              <a:rPr lang="en-US" dirty="0"/>
              <a:t>Click to add slide title</a:t>
            </a:r>
            <a:endParaRPr lang="en-AU" dirty="0"/>
          </a:p>
        </p:txBody>
      </p:sp>
      <p:sp>
        <p:nvSpPr>
          <p:cNvPr id="10" name="Text Placeholder 5">
            <a:extLst>
              <a:ext uri="{FF2B5EF4-FFF2-40B4-BE49-F238E27FC236}">
                <a16:creationId xmlns:a16="http://schemas.microsoft.com/office/drawing/2014/main" id="{3675DA06-888B-C7DD-8301-92733ED61CDC}"/>
              </a:ext>
            </a:extLst>
          </p:cNvPr>
          <p:cNvSpPr>
            <a:spLocks noGrp="1"/>
          </p:cNvSpPr>
          <p:nvPr>
            <p:ph type="body" sz="quarter" idx="12" hasCustomPrompt="1"/>
          </p:nvPr>
        </p:nvSpPr>
        <p:spPr>
          <a:xfrm>
            <a:off x="8705089" y="1708821"/>
            <a:ext cx="2398172" cy="833791"/>
          </a:xfrm>
          <a:prstGeom prst="rect">
            <a:avLst/>
          </a:prstGeom>
        </p:spPr>
        <p:txBody>
          <a:bodyPr anchor="b"/>
          <a:lstStyle>
            <a:lvl1pPr marL="0" indent="0">
              <a:lnSpc>
                <a:spcPct val="130000"/>
              </a:lnSpc>
              <a:spcBef>
                <a:spcPts val="0"/>
              </a:spcBef>
              <a:buNone/>
              <a:defRPr sz="6000" b="0" i="0" baseline="0">
                <a:solidFill>
                  <a:schemeClr val="bg1"/>
                </a:solidFill>
                <a:latin typeface="DM Sans 14pt Medium" pitchFamily="2" charset="77"/>
              </a:defRPr>
            </a:lvl1pPr>
          </a:lstStyle>
          <a:p>
            <a:pPr lvl="0"/>
            <a:r>
              <a:rPr lang="en-US" dirty="0"/>
              <a:t>XX%</a:t>
            </a:r>
            <a:endParaRPr lang="en-AU" dirty="0"/>
          </a:p>
        </p:txBody>
      </p:sp>
      <p:sp>
        <p:nvSpPr>
          <p:cNvPr id="11" name="Text Placeholder 11">
            <a:extLst>
              <a:ext uri="{FF2B5EF4-FFF2-40B4-BE49-F238E27FC236}">
                <a16:creationId xmlns:a16="http://schemas.microsoft.com/office/drawing/2014/main" id="{8F7531AC-D68B-8258-4A9E-35AAFDB2D746}"/>
              </a:ext>
            </a:extLst>
          </p:cNvPr>
          <p:cNvSpPr>
            <a:spLocks noGrp="1"/>
          </p:cNvSpPr>
          <p:nvPr>
            <p:ph type="body" sz="quarter" idx="19" hasCustomPrompt="1"/>
          </p:nvPr>
        </p:nvSpPr>
        <p:spPr>
          <a:xfrm>
            <a:off x="8672771" y="2468309"/>
            <a:ext cx="2430490" cy="1134427"/>
          </a:xfrm>
          <a:prstGeom prst="rect">
            <a:avLst/>
          </a:prstGeom>
        </p:spPr>
        <p:txBody>
          <a:bodyPr/>
          <a:lstStyle>
            <a:lvl1pPr marL="0" indent="0">
              <a:lnSpc>
                <a:spcPct val="130000"/>
              </a:lnSpc>
              <a:spcBef>
                <a:spcPts val="0"/>
              </a:spcBef>
              <a:buClr>
                <a:schemeClr val="bg1"/>
              </a:buClr>
              <a:buNone/>
              <a:defRPr sz="1200" b="0" i="0">
                <a:solidFill>
                  <a:schemeClr val="bg1"/>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2" name="Text Placeholder 11">
            <a:extLst>
              <a:ext uri="{FF2B5EF4-FFF2-40B4-BE49-F238E27FC236}">
                <a16:creationId xmlns:a16="http://schemas.microsoft.com/office/drawing/2014/main" id="{1B81B08C-29E8-A8F7-F699-A91EC9E549A0}"/>
              </a:ext>
            </a:extLst>
          </p:cNvPr>
          <p:cNvSpPr>
            <a:spLocks noGrp="1"/>
          </p:cNvSpPr>
          <p:nvPr>
            <p:ph type="body" sz="quarter" idx="20" hasCustomPrompt="1"/>
          </p:nvPr>
        </p:nvSpPr>
        <p:spPr>
          <a:xfrm>
            <a:off x="8672771" y="4946188"/>
            <a:ext cx="2430490" cy="1134427"/>
          </a:xfrm>
          <a:prstGeom prst="rect">
            <a:avLst/>
          </a:prstGeom>
        </p:spPr>
        <p:txBody>
          <a:bodyPr/>
          <a:lstStyle>
            <a:lvl1pPr marL="0" indent="0">
              <a:lnSpc>
                <a:spcPct val="130000"/>
              </a:lnSpc>
              <a:spcBef>
                <a:spcPts val="0"/>
              </a:spcBef>
              <a:buClr>
                <a:schemeClr val="bg1"/>
              </a:buClr>
              <a:buNone/>
              <a:defRPr sz="1200" b="0" i="0">
                <a:solidFill>
                  <a:schemeClr val="bg2">
                    <a:lumMod val="10000"/>
                  </a:schemeClr>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3" name="Text Placeholder 5">
            <a:extLst>
              <a:ext uri="{FF2B5EF4-FFF2-40B4-BE49-F238E27FC236}">
                <a16:creationId xmlns:a16="http://schemas.microsoft.com/office/drawing/2014/main" id="{DBEEA9DE-E0AC-0917-01D3-E733D4C8EDBC}"/>
              </a:ext>
            </a:extLst>
          </p:cNvPr>
          <p:cNvSpPr>
            <a:spLocks noGrp="1"/>
          </p:cNvSpPr>
          <p:nvPr>
            <p:ph type="body" sz="quarter" idx="21" hasCustomPrompt="1"/>
          </p:nvPr>
        </p:nvSpPr>
        <p:spPr>
          <a:xfrm>
            <a:off x="307975" y="1242909"/>
            <a:ext cx="7308375" cy="465912"/>
          </a:xfrm>
          <a:prstGeom prst="rect">
            <a:avLst/>
          </a:prstGeom>
        </p:spPr>
        <p:txBody>
          <a:bodyPr/>
          <a:lstStyle>
            <a:lvl1pPr marL="0" indent="0">
              <a:lnSpc>
                <a:spcPct val="110000"/>
              </a:lnSpc>
              <a:spcBef>
                <a:spcPts val="0"/>
              </a:spcBef>
              <a:buNone/>
              <a:defRPr sz="1800" b="0" i="0">
                <a:latin typeface="DM Sans 14pt Medium" pitchFamily="2" charset="77"/>
              </a:defRPr>
            </a:lvl1pPr>
          </a:lstStyle>
          <a:p>
            <a:pPr lvl="0"/>
            <a:r>
              <a:rPr lang="en-US" dirty="0"/>
              <a:t>Click to add sub-title</a:t>
            </a:r>
            <a:endParaRPr lang="en-AU" dirty="0"/>
          </a:p>
        </p:txBody>
      </p:sp>
      <p:sp>
        <p:nvSpPr>
          <p:cNvPr id="14" name="Oval 13">
            <a:extLst>
              <a:ext uri="{FF2B5EF4-FFF2-40B4-BE49-F238E27FC236}">
                <a16:creationId xmlns:a16="http://schemas.microsoft.com/office/drawing/2014/main" id="{D97CA12F-BD46-0D07-0759-B18B990ACA4D}"/>
              </a:ext>
            </a:extLst>
          </p:cNvPr>
          <p:cNvSpPr/>
          <p:nvPr userDrawn="1"/>
        </p:nvSpPr>
        <p:spPr>
          <a:xfrm>
            <a:off x="6133578" y="2453104"/>
            <a:ext cx="2052000" cy="2052000"/>
          </a:xfrm>
          <a:prstGeom prst="ellipse">
            <a:avLst/>
          </a:prstGeom>
          <a:solidFill>
            <a:srgbClr val="2B3A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DM Sans 14pt Medium" pitchFamily="2" charset="77"/>
            </a:endParaRPr>
          </a:p>
        </p:txBody>
      </p:sp>
      <p:sp>
        <p:nvSpPr>
          <p:cNvPr id="15" name="Text Placeholder 5">
            <a:extLst>
              <a:ext uri="{FF2B5EF4-FFF2-40B4-BE49-F238E27FC236}">
                <a16:creationId xmlns:a16="http://schemas.microsoft.com/office/drawing/2014/main" id="{8C0D6EAA-32BE-1C1F-BDF9-49984D89AEFA}"/>
              </a:ext>
            </a:extLst>
          </p:cNvPr>
          <p:cNvSpPr>
            <a:spLocks noGrp="1"/>
          </p:cNvSpPr>
          <p:nvPr>
            <p:ph type="body" sz="quarter" idx="22" hasCustomPrompt="1"/>
          </p:nvPr>
        </p:nvSpPr>
        <p:spPr>
          <a:xfrm>
            <a:off x="6396847" y="2850428"/>
            <a:ext cx="1752155" cy="833791"/>
          </a:xfrm>
          <a:prstGeom prst="rect">
            <a:avLst/>
          </a:prstGeom>
        </p:spPr>
        <p:txBody>
          <a:bodyPr anchor="b"/>
          <a:lstStyle>
            <a:lvl1pPr marL="0" indent="0">
              <a:lnSpc>
                <a:spcPct val="130000"/>
              </a:lnSpc>
              <a:spcBef>
                <a:spcPts val="0"/>
              </a:spcBef>
              <a:buNone/>
              <a:defRPr sz="5500" b="0" i="0" baseline="0">
                <a:solidFill>
                  <a:schemeClr val="bg1"/>
                </a:solidFill>
                <a:latin typeface="DM Sans 14pt Medium" pitchFamily="2" charset="77"/>
              </a:defRPr>
            </a:lvl1pPr>
          </a:lstStyle>
          <a:p>
            <a:pPr lvl="0"/>
            <a:r>
              <a:rPr lang="en-US" dirty="0"/>
              <a:t>XX%</a:t>
            </a:r>
            <a:endParaRPr lang="en-AU" dirty="0"/>
          </a:p>
        </p:txBody>
      </p:sp>
      <p:sp>
        <p:nvSpPr>
          <p:cNvPr id="16" name="Text Placeholder 11">
            <a:extLst>
              <a:ext uri="{FF2B5EF4-FFF2-40B4-BE49-F238E27FC236}">
                <a16:creationId xmlns:a16="http://schemas.microsoft.com/office/drawing/2014/main" id="{20E7C0AB-66A3-4DB0-2CAF-DD95F722468B}"/>
              </a:ext>
            </a:extLst>
          </p:cNvPr>
          <p:cNvSpPr>
            <a:spLocks noGrp="1"/>
          </p:cNvSpPr>
          <p:nvPr>
            <p:ph type="body" sz="quarter" idx="23" hasCustomPrompt="1"/>
          </p:nvPr>
        </p:nvSpPr>
        <p:spPr>
          <a:xfrm>
            <a:off x="6401105" y="3463612"/>
            <a:ext cx="1517599" cy="698313"/>
          </a:xfrm>
          <a:prstGeom prst="rect">
            <a:avLst/>
          </a:prstGeom>
        </p:spPr>
        <p:txBody>
          <a:bodyPr/>
          <a:lstStyle>
            <a:lvl1pPr marL="0" indent="0">
              <a:lnSpc>
                <a:spcPct val="130000"/>
              </a:lnSpc>
              <a:spcBef>
                <a:spcPts val="0"/>
              </a:spcBef>
              <a:buClr>
                <a:schemeClr val="bg1"/>
              </a:buClr>
              <a:buNone/>
              <a:defRPr sz="1000" b="0" i="0">
                <a:solidFill>
                  <a:schemeClr val="bg1"/>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7" name="Text Placeholder 5">
            <a:extLst>
              <a:ext uri="{FF2B5EF4-FFF2-40B4-BE49-F238E27FC236}">
                <a16:creationId xmlns:a16="http://schemas.microsoft.com/office/drawing/2014/main" id="{05DE3050-5875-9C42-048A-24431367235C}"/>
              </a:ext>
            </a:extLst>
          </p:cNvPr>
          <p:cNvSpPr>
            <a:spLocks noGrp="1"/>
          </p:cNvSpPr>
          <p:nvPr>
            <p:ph type="body" sz="quarter" idx="24" hasCustomPrompt="1"/>
          </p:nvPr>
        </p:nvSpPr>
        <p:spPr>
          <a:xfrm>
            <a:off x="1114817" y="6474601"/>
            <a:ext cx="7308375" cy="184666"/>
          </a:xfrm>
          <a:prstGeom prst="rect">
            <a:avLst/>
          </a:prstGeom>
        </p:spPr>
        <p:txBody>
          <a:bodyPr/>
          <a:lstStyle>
            <a:lvl1pPr marL="0" indent="0">
              <a:lnSpc>
                <a:spcPct val="110000"/>
              </a:lnSpc>
              <a:spcBef>
                <a:spcPts val="0"/>
              </a:spcBef>
              <a:buNone/>
              <a:defRPr sz="600" b="0" i="0">
                <a:latin typeface="DM Sans 14pt Medium" pitchFamily="2" charset="77"/>
              </a:defRPr>
            </a:lvl1pPr>
          </a:lstStyle>
          <a:p>
            <a:pPr lvl="0"/>
            <a:r>
              <a:rPr lang="en-US" dirty="0"/>
              <a:t>Footer</a:t>
            </a:r>
            <a:endParaRPr lang="en-AU" dirty="0"/>
          </a:p>
        </p:txBody>
      </p:sp>
    </p:spTree>
    <p:extLst>
      <p:ext uri="{BB962C8B-B14F-4D97-AF65-F5344CB8AC3E}">
        <p14:creationId xmlns:p14="http://schemas.microsoft.com/office/powerpoint/2010/main" val="1525419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7B4FB01-F056-7B89-0831-1B5BDC1693E4}"/>
              </a:ext>
            </a:extLst>
          </p:cNvPr>
          <p:cNvSpPr>
            <a:spLocks noGrp="1"/>
          </p:cNvSpPr>
          <p:nvPr>
            <p:ph type="title" hasCustomPrompt="1"/>
          </p:nvPr>
        </p:nvSpPr>
        <p:spPr>
          <a:xfrm>
            <a:off x="307975" y="291066"/>
            <a:ext cx="6422009" cy="833791"/>
          </a:xfrm>
        </p:spPr>
        <p:txBody>
          <a:bodyPr>
            <a:normAutofit/>
          </a:bodyPr>
          <a:lstStyle>
            <a:lvl1pPr>
              <a:defRPr sz="3200" b="0" i="0">
                <a:solidFill>
                  <a:srgbClr val="980000"/>
                </a:solidFill>
                <a:latin typeface="DM Sans 14pt Medium" pitchFamily="2" charset="77"/>
              </a:defRPr>
            </a:lvl1pPr>
          </a:lstStyle>
          <a:p>
            <a:r>
              <a:rPr lang="en-US" dirty="0"/>
              <a:t>Click to add slide title</a:t>
            </a:r>
            <a:endParaRPr lang="en-AU" dirty="0"/>
          </a:p>
        </p:txBody>
      </p:sp>
      <p:sp>
        <p:nvSpPr>
          <p:cNvPr id="10" name="Text Placeholder 5">
            <a:extLst>
              <a:ext uri="{FF2B5EF4-FFF2-40B4-BE49-F238E27FC236}">
                <a16:creationId xmlns:a16="http://schemas.microsoft.com/office/drawing/2014/main" id="{089FC29F-134A-D460-7644-DD3B81B56CAF}"/>
              </a:ext>
            </a:extLst>
          </p:cNvPr>
          <p:cNvSpPr>
            <a:spLocks noGrp="1"/>
          </p:cNvSpPr>
          <p:nvPr>
            <p:ph type="body" sz="quarter" idx="21" hasCustomPrompt="1"/>
          </p:nvPr>
        </p:nvSpPr>
        <p:spPr>
          <a:xfrm>
            <a:off x="307975" y="1242909"/>
            <a:ext cx="6422009" cy="465912"/>
          </a:xfrm>
          <a:prstGeom prst="rect">
            <a:avLst/>
          </a:prstGeom>
        </p:spPr>
        <p:txBody>
          <a:bodyPr/>
          <a:lstStyle>
            <a:lvl1pPr marL="0" indent="0">
              <a:lnSpc>
                <a:spcPct val="110000"/>
              </a:lnSpc>
              <a:spcBef>
                <a:spcPts val="0"/>
              </a:spcBef>
              <a:buNone/>
              <a:defRPr sz="1800" b="0" i="0">
                <a:latin typeface="DM Sans 14pt Medium" pitchFamily="2" charset="77"/>
              </a:defRPr>
            </a:lvl1pPr>
          </a:lstStyle>
          <a:p>
            <a:pPr lvl="0"/>
            <a:r>
              <a:rPr lang="en-US" dirty="0"/>
              <a:t>Click to add sub-title</a:t>
            </a:r>
            <a:endParaRPr lang="en-AU" dirty="0"/>
          </a:p>
        </p:txBody>
      </p:sp>
      <p:sp>
        <p:nvSpPr>
          <p:cNvPr id="11" name="Text Placeholder 5">
            <a:extLst>
              <a:ext uri="{FF2B5EF4-FFF2-40B4-BE49-F238E27FC236}">
                <a16:creationId xmlns:a16="http://schemas.microsoft.com/office/drawing/2014/main" id="{1D93125F-6CCB-2713-8308-FD32C577140F}"/>
              </a:ext>
            </a:extLst>
          </p:cNvPr>
          <p:cNvSpPr>
            <a:spLocks noGrp="1"/>
          </p:cNvSpPr>
          <p:nvPr>
            <p:ph type="body" sz="quarter" idx="12" hasCustomPrompt="1"/>
          </p:nvPr>
        </p:nvSpPr>
        <p:spPr>
          <a:xfrm>
            <a:off x="7991857" y="1254774"/>
            <a:ext cx="3101920" cy="833791"/>
          </a:xfrm>
          <a:prstGeom prst="rect">
            <a:avLst/>
          </a:prstGeom>
        </p:spPr>
        <p:txBody>
          <a:bodyPr anchor="b"/>
          <a:lstStyle>
            <a:lvl1pPr marL="0" indent="0">
              <a:lnSpc>
                <a:spcPct val="110000"/>
              </a:lnSpc>
              <a:spcBef>
                <a:spcPts val="0"/>
              </a:spcBef>
              <a:buNone/>
              <a:defRPr sz="6000" b="0" i="0" baseline="0">
                <a:solidFill>
                  <a:schemeClr val="bg1"/>
                </a:solidFill>
                <a:latin typeface="DM Sans 14pt Medium" pitchFamily="2" charset="77"/>
              </a:defRPr>
            </a:lvl1pPr>
          </a:lstStyle>
          <a:p>
            <a:pPr lvl="0"/>
            <a:r>
              <a:rPr lang="en-US" dirty="0"/>
              <a:t>XX%</a:t>
            </a:r>
            <a:endParaRPr lang="en-AU" dirty="0"/>
          </a:p>
        </p:txBody>
      </p:sp>
      <p:sp>
        <p:nvSpPr>
          <p:cNvPr id="12" name="Text Placeholder 11">
            <a:extLst>
              <a:ext uri="{FF2B5EF4-FFF2-40B4-BE49-F238E27FC236}">
                <a16:creationId xmlns:a16="http://schemas.microsoft.com/office/drawing/2014/main" id="{CD25A234-1B9D-DA71-4061-9BCA75AD3DB8}"/>
              </a:ext>
            </a:extLst>
          </p:cNvPr>
          <p:cNvSpPr>
            <a:spLocks noGrp="1"/>
          </p:cNvSpPr>
          <p:nvPr>
            <p:ph type="body" sz="quarter" idx="19" hasCustomPrompt="1"/>
          </p:nvPr>
        </p:nvSpPr>
        <p:spPr>
          <a:xfrm>
            <a:off x="7959539" y="2014262"/>
            <a:ext cx="3143722" cy="1134427"/>
          </a:xfrm>
          <a:prstGeom prst="rect">
            <a:avLst/>
          </a:prstGeom>
        </p:spPr>
        <p:txBody>
          <a:bodyPr/>
          <a:lstStyle>
            <a:lvl1pPr marL="0" indent="0">
              <a:lnSpc>
                <a:spcPct val="130000"/>
              </a:lnSpc>
              <a:spcBef>
                <a:spcPts val="0"/>
              </a:spcBef>
              <a:buClr>
                <a:schemeClr val="bg1"/>
              </a:buClr>
              <a:buNone/>
              <a:defRPr sz="1200" b="0" i="0">
                <a:solidFill>
                  <a:schemeClr val="bg1"/>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3" name="Text Placeholder 11">
            <a:extLst>
              <a:ext uri="{FF2B5EF4-FFF2-40B4-BE49-F238E27FC236}">
                <a16:creationId xmlns:a16="http://schemas.microsoft.com/office/drawing/2014/main" id="{400BAF6F-2FDF-B837-1517-E96F7163EA35}"/>
              </a:ext>
            </a:extLst>
          </p:cNvPr>
          <p:cNvSpPr>
            <a:spLocks noGrp="1"/>
          </p:cNvSpPr>
          <p:nvPr>
            <p:ph type="body" sz="quarter" idx="20" hasCustomPrompt="1"/>
          </p:nvPr>
        </p:nvSpPr>
        <p:spPr>
          <a:xfrm>
            <a:off x="7959539" y="4529841"/>
            <a:ext cx="3134238" cy="1395471"/>
          </a:xfrm>
          <a:prstGeom prst="rect">
            <a:avLst/>
          </a:prstGeom>
        </p:spPr>
        <p:txBody>
          <a:bodyPr/>
          <a:lstStyle>
            <a:lvl1pPr marL="0" indent="0">
              <a:lnSpc>
                <a:spcPct val="130000"/>
              </a:lnSpc>
              <a:spcBef>
                <a:spcPts val="0"/>
              </a:spcBef>
              <a:buClr>
                <a:schemeClr val="bg1"/>
              </a:buClr>
              <a:buNone/>
              <a:defRPr sz="1200" b="0" i="0">
                <a:solidFill>
                  <a:schemeClr val="bg2">
                    <a:lumMod val="10000"/>
                  </a:schemeClr>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4" name="Text Placeholder 5">
            <a:extLst>
              <a:ext uri="{FF2B5EF4-FFF2-40B4-BE49-F238E27FC236}">
                <a16:creationId xmlns:a16="http://schemas.microsoft.com/office/drawing/2014/main" id="{177A3749-49A8-592B-A073-2FCE73AEF71F}"/>
              </a:ext>
            </a:extLst>
          </p:cNvPr>
          <p:cNvSpPr>
            <a:spLocks noGrp="1"/>
          </p:cNvSpPr>
          <p:nvPr>
            <p:ph type="body" sz="quarter" idx="22" hasCustomPrompt="1"/>
          </p:nvPr>
        </p:nvSpPr>
        <p:spPr>
          <a:xfrm>
            <a:off x="1114817" y="6474601"/>
            <a:ext cx="7308375" cy="184666"/>
          </a:xfrm>
          <a:prstGeom prst="rect">
            <a:avLst/>
          </a:prstGeom>
        </p:spPr>
        <p:txBody>
          <a:bodyPr/>
          <a:lstStyle>
            <a:lvl1pPr marL="0" indent="0">
              <a:lnSpc>
                <a:spcPct val="110000"/>
              </a:lnSpc>
              <a:spcBef>
                <a:spcPts val="0"/>
              </a:spcBef>
              <a:buNone/>
              <a:defRPr sz="600" b="0" i="0">
                <a:latin typeface="DM Sans 14pt Medium" pitchFamily="2" charset="77"/>
              </a:defRPr>
            </a:lvl1pPr>
          </a:lstStyle>
          <a:p>
            <a:pPr lvl="0"/>
            <a:r>
              <a:rPr lang="en-US" dirty="0"/>
              <a:t>Footer</a:t>
            </a:r>
            <a:endParaRPr lang="en-AU" dirty="0"/>
          </a:p>
        </p:txBody>
      </p:sp>
    </p:spTree>
    <p:extLst>
      <p:ext uri="{BB962C8B-B14F-4D97-AF65-F5344CB8AC3E}">
        <p14:creationId xmlns:p14="http://schemas.microsoft.com/office/powerpoint/2010/main" val="2649476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7B4FB01-F056-7B89-0831-1B5BDC1693E4}"/>
              </a:ext>
            </a:extLst>
          </p:cNvPr>
          <p:cNvSpPr>
            <a:spLocks noGrp="1"/>
          </p:cNvSpPr>
          <p:nvPr>
            <p:ph type="title" hasCustomPrompt="1"/>
          </p:nvPr>
        </p:nvSpPr>
        <p:spPr>
          <a:xfrm>
            <a:off x="307975" y="291066"/>
            <a:ext cx="6422009" cy="833791"/>
          </a:xfrm>
        </p:spPr>
        <p:txBody>
          <a:bodyPr>
            <a:normAutofit/>
          </a:bodyPr>
          <a:lstStyle>
            <a:lvl1pPr>
              <a:defRPr sz="3200" b="0" i="0">
                <a:solidFill>
                  <a:srgbClr val="980000"/>
                </a:solidFill>
                <a:latin typeface="DM Sans 14pt Medium" pitchFamily="2" charset="77"/>
              </a:defRPr>
            </a:lvl1pPr>
          </a:lstStyle>
          <a:p>
            <a:r>
              <a:rPr lang="en-US" dirty="0"/>
              <a:t>Click to add slide title</a:t>
            </a:r>
            <a:endParaRPr lang="en-AU" dirty="0"/>
          </a:p>
        </p:txBody>
      </p:sp>
      <p:sp>
        <p:nvSpPr>
          <p:cNvPr id="10" name="Text Placeholder 5">
            <a:extLst>
              <a:ext uri="{FF2B5EF4-FFF2-40B4-BE49-F238E27FC236}">
                <a16:creationId xmlns:a16="http://schemas.microsoft.com/office/drawing/2014/main" id="{089FC29F-134A-D460-7644-DD3B81B56CAF}"/>
              </a:ext>
            </a:extLst>
          </p:cNvPr>
          <p:cNvSpPr>
            <a:spLocks noGrp="1"/>
          </p:cNvSpPr>
          <p:nvPr>
            <p:ph type="body" sz="quarter" idx="21" hasCustomPrompt="1"/>
          </p:nvPr>
        </p:nvSpPr>
        <p:spPr>
          <a:xfrm>
            <a:off x="307975" y="1242909"/>
            <a:ext cx="6422009" cy="465912"/>
          </a:xfrm>
          <a:prstGeom prst="rect">
            <a:avLst/>
          </a:prstGeom>
        </p:spPr>
        <p:txBody>
          <a:bodyPr/>
          <a:lstStyle>
            <a:lvl1pPr marL="0" indent="0">
              <a:lnSpc>
                <a:spcPct val="110000"/>
              </a:lnSpc>
              <a:spcBef>
                <a:spcPts val="0"/>
              </a:spcBef>
              <a:buNone/>
              <a:defRPr sz="1800" b="0" i="0">
                <a:latin typeface="DM Sans 14pt Medium" pitchFamily="2" charset="77"/>
              </a:defRPr>
            </a:lvl1pPr>
          </a:lstStyle>
          <a:p>
            <a:pPr lvl="0"/>
            <a:r>
              <a:rPr lang="en-US" dirty="0"/>
              <a:t>Click to add sub-title</a:t>
            </a:r>
            <a:endParaRPr lang="en-AU" dirty="0"/>
          </a:p>
        </p:txBody>
      </p:sp>
      <p:sp>
        <p:nvSpPr>
          <p:cNvPr id="11" name="Text Placeholder 5">
            <a:extLst>
              <a:ext uri="{FF2B5EF4-FFF2-40B4-BE49-F238E27FC236}">
                <a16:creationId xmlns:a16="http://schemas.microsoft.com/office/drawing/2014/main" id="{1D93125F-6CCB-2713-8308-FD32C577140F}"/>
              </a:ext>
            </a:extLst>
          </p:cNvPr>
          <p:cNvSpPr>
            <a:spLocks noGrp="1"/>
          </p:cNvSpPr>
          <p:nvPr>
            <p:ph type="body" sz="quarter" idx="12" hasCustomPrompt="1"/>
          </p:nvPr>
        </p:nvSpPr>
        <p:spPr>
          <a:xfrm>
            <a:off x="7991857" y="1254774"/>
            <a:ext cx="3101920" cy="833791"/>
          </a:xfrm>
          <a:prstGeom prst="rect">
            <a:avLst/>
          </a:prstGeom>
        </p:spPr>
        <p:txBody>
          <a:bodyPr anchor="b"/>
          <a:lstStyle>
            <a:lvl1pPr marL="0" indent="0">
              <a:lnSpc>
                <a:spcPct val="110000"/>
              </a:lnSpc>
              <a:spcBef>
                <a:spcPts val="0"/>
              </a:spcBef>
              <a:buNone/>
              <a:defRPr sz="6000" b="0" i="0" baseline="0">
                <a:solidFill>
                  <a:schemeClr val="bg1"/>
                </a:solidFill>
                <a:latin typeface="DM Sans 14pt Medium" pitchFamily="2" charset="77"/>
              </a:defRPr>
            </a:lvl1pPr>
          </a:lstStyle>
          <a:p>
            <a:pPr lvl="0"/>
            <a:r>
              <a:rPr lang="en-US" dirty="0"/>
              <a:t>XX%</a:t>
            </a:r>
            <a:endParaRPr lang="en-AU" dirty="0"/>
          </a:p>
        </p:txBody>
      </p:sp>
      <p:sp>
        <p:nvSpPr>
          <p:cNvPr id="12" name="Text Placeholder 11">
            <a:extLst>
              <a:ext uri="{FF2B5EF4-FFF2-40B4-BE49-F238E27FC236}">
                <a16:creationId xmlns:a16="http://schemas.microsoft.com/office/drawing/2014/main" id="{CD25A234-1B9D-DA71-4061-9BCA75AD3DB8}"/>
              </a:ext>
            </a:extLst>
          </p:cNvPr>
          <p:cNvSpPr>
            <a:spLocks noGrp="1"/>
          </p:cNvSpPr>
          <p:nvPr>
            <p:ph type="body" sz="quarter" idx="19" hasCustomPrompt="1"/>
          </p:nvPr>
        </p:nvSpPr>
        <p:spPr>
          <a:xfrm>
            <a:off x="7959539" y="2014262"/>
            <a:ext cx="3143722" cy="1134427"/>
          </a:xfrm>
          <a:prstGeom prst="rect">
            <a:avLst/>
          </a:prstGeom>
        </p:spPr>
        <p:txBody>
          <a:bodyPr/>
          <a:lstStyle>
            <a:lvl1pPr marL="0" indent="0">
              <a:lnSpc>
                <a:spcPct val="130000"/>
              </a:lnSpc>
              <a:spcBef>
                <a:spcPts val="0"/>
              </a:spcBef>
              <a:buClr>
                <a:schemeClr val="bg1"/>
              </a:buClr>
              <a:buNone/>
              <a:defRPr sz="1200" b="0" i="0">
                <a:solidFill>
                  <a:schemeClr val="bg1"/>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3" name="Text Placeholder 11">
            <a:extLst>
              <a:ext uri="{FF2B5EF4-FFF2-40B4-BE49-F238E27FC236}">
                <a16:creationId xmlns:a16="http://schemas.microsoft.com/office/drawing/2014/main" id="{400BAF6F-2FDF-B837-1517-E96F7163EA35}"/>
              </a:ext>
            </a:extLst>
          </p:cNvPr>
          <p:cNvSpPr>
            <a:spLocks noGrp="1"/>
          </p:cNvSpPr>
          <p:nvPr>
            <p:ph type="body" sz="quarter" idx="20" hasCustomPrompt="1"/>
          </p:nvPr>
        </p:nvSpPr>
        <p:spPr>
          <a:xfrm>
            <a:off x="7959539" y="4529841"/>
            <a:ext cx="3134238" cy="1395471"/>
          </a:xfrm>
          <a:prstGeom prst="rect">
            <a:avLst/>
          </a:prstGeom>
        </p:spPr>
        <p:txBody>
          <a:bodyPr/>
          <a:lstStyle>
            <a:lvl1pPr marL="0" indent="0">
              <a:lnSpc>
                <a:spcPct val="130000"/>
              </a:lnSpc>
              <a:spcBef>
                <a:spcPts val="0"/>
              </a:spcBef>
              <a:buClr>
                <a:schemeClr val="bg1"/>
              </a:buClr>
              <a:buNone/>
              <a:defRPr sz="1200" b="0" i="0">
                <a:solidFill>
                  <a:schemeClr val="bg1"/>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4" name="Text Placeholder 5">
            <a:extLst>
              <a:ext uri="{FF2B5EF4-FFF2-40B4-BE49-F238E27FC236}">
                <a16:creationId xmlns:a16="http://schemas.microsoft.com/office/drawing/2014/main" id="{177A3749-49A8-592B-A073-2FCE73AEF71F}"/>
              </a:ext>
            </a:extLst>
          </p:cNvPr>
          <p:cNvSpPr>
            <a:spLocks noGrp="1"/>
          </p:cNvSpPr>
          <p:nvPr>
            <p:ph type="body" sz="quarter" idx="22" hasCustomPrompt="1"/>
          </p:nvPr>
        </p:nvSpPr>
        <p:spPr>
          <a:xfrm>
            <a:off x="1114817" y="6474601"/>
            <a:ext cx="7308375" cy="184666"/>
          </a:xfrm>
          <a:prstGeom prst="rect">
            <a:avLst/>
          </a:prstGeom>
        </p:spPr>
        <p:txBody>
          <a:bodyPr/>
          <a:lstStyle>
            <a:lvl1pPr marL="0" indent="0">
              <a:lnSpc>
                <a:spcPct val="110000"/>
              </a:lnSpc>
              <a:spcBef>
                <a:spcPts val="0"/>
              </a:spcBef>
              <a:buNone/>
              <a:defRPr sz="600" b="0" i="0">
                <a:latin typeface="DM Sans 14pt Medium" pitchFamily="2" charset="77"/>
              </a:defRPr>
            </a:lvl1pPr>
          </a:lstStyle>
          <a:p>
            <a:pPr lvl="0"/>
            <a:r>
              <a:rPr lang="en-US" dirty="0"/>
              <a:t>Footer</a:t>
            </a:r>
            <a:endParaRPr lang="en-AU" dirty="0"/>
          </a:p>
        </p:txBody>
      </p:sp>
    </p:spTree>
    <p:extLst>
      <p:ext uri="{BB962C8B-B14F-4D97-AF65-F5344CB8AC3E}">
        <p14:creationId xmlns:p14="http://schemas.microsoft.com/office/powerpoint/2010/main" val="1672427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728D1F4-6153-DDEB-E710-C31DB712BDD1}"/>
              </a:ext>
            </a:extLst>
          </p:cNvPr>
          <p:cNvSpPr/>
          <p:nvPr userDrawn="1"/>
        </p:nvSpPr>
        <p:spPr>
          <a:xfrm>
            <a:off x="0" y="0"/>
            <a:ext cx="3399437"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DM Sans 14pt Medium" pitchFamily="2" charset="77"/>
            </a:endParaRPr>
          </a:p>
        </p:txBody>
      </p:sp>
      <p:sp>
        <p:nvSpPr>
          <p:cNvPr id="9" name="Title 1">
            <a:extLst>
              <a:ext uri="{FF2B5EF4-FFF2-40B4-BE49-F238E27FC236}">
                <a16:creationId xmlns:a16="http://schemas.microsoft.com/office/drawing/2014/main" id="{779C9BAE-F1AB-3821-AC88-D22BB35FD39D}"/>
              </a:ext>
            </a:extLst>
          </p:cNvPr>
          <p:cNvSpPr>
            <a:spLocks noGrp="1"/>
          </p:cNvSpPr>
          <p:nvPr>
            <p:ph type="title" hasCustomPrompt="1"/>
          </p:nvPr>
        </p:nvSpPr>
        <p:spPr>
          <a:xfrm>
            <a:off x="3788229" y="291066"/>
            <a:ext cx="8091034" cy="833791"/>
          </a:xfrm>
        </p:spPr>
        <p:txBody>
          <a:bodyPr>
            <a:normAutofit/>
          </a:bodyPr>
          <a:lstStyle>
            <a:lvl1pPr>
              <a:defRPr sz="3200" b="0" i="0">
                <a:solidFill>
                  <a:srgbClr val="980000"/>
                </a:solidFill>
                <a:latin typeface="DM Sans 14pt Medium" pitchFamily="2" charset="77"/>
              </a:defRPr>
            </a:lvl1pPr>
          </a:lstStyle>
          <a:p>
            <a:r>
              <a:rPr lang="en-US" dirty="0"/>
              <a:t>Click to add slide title</a:t>
            </a:r>
            <a:endParaRPr lang="en-AU" dirty="0"/>
          </a:p>
        </p:txBody>
      </p:sp>
      <p:sp>
        <p:nvSpPr>
          <p:cNvPr id="11" name="Text Placeholder 5">
            <a:extLst>
              <a:ext uri="{FF2B5EF4-FFF2-40B4-BE49-F238E27FC236}">
                <a16:creationId xmlns:a16="http://schemas.microsoft.com/office/drawing/2014/main" id="{74C991B3-DB49-4DC0-908F-FFB54C5964F5}"/>
              </a:ext>
            </a:extLst>
          </p:cNvPr>
          <p:cNvSpPr>
            <a:spLocks noGrp="1"/>
          </p:cNvSpPr>
          <p:nvPr>
            <p:ph type="body" sz="quarter" idx="21" hasCustomPrompt="1"/>
          </p:nvPr>
        </p:nvSpPr>
        <p:spPr>
          <a:xfrm>
            <a:off x="3788229" y="1242909"/>
            <a:ext cx="6368142" cy="465912"/>
          </a:xfrm>
          <a:prstGeom prst="rect">
            <a:avLst/>
          </a:prstGeom>
        </p:spPr>
        <p:txBody>
          <a:bodyPr/>
          <a:lstStyle>
            <a:lvl1pPr marL="0" indent="0">
              <a:lnSpc>
                <a:spcPct val="110000"/>
              </a:lnSpc>
              <a:spcBef>
                <a:spcPts val="0"/>
              </a:spcBef>
              <a:buNone/>
              <a:defRPr sz="1800" b="0" i="0">
                <a:latin typeface="DM Sans 14pt Medium" pitchFamily="2" charset="77"/>
              </a:defRPr>
            </a:lvl1pPr>
          </a:lstStyle>
          <a:p>
            <a:pPr lvl="0"/>
            <a:r>
              <a:rPr lang="en-US" dirty="0"/>
              <a:t>Click to add sub-title</a:t>
            </a:r>
            <a:endParaRPr lang="en-AU" dirty="0"/>
          </a:p>
        </p:txBody>
      </p:sp>
      <p:sp>
        <p:nvSpPr>
          <p:cNvPr id="2" name="Text Placeholder 5">
            <a:extLst>
              <a:ext uri="{FF2B5EF4-FFF2-40B4-BE49-F238E27FC236}">
                <a16:creationId xmlns:a16="http://schemas.microsoft.com/office/drawing/2014/main" id="{5B94A5B4-730E-467F-D600-C9A63094CB12}"/>
              </a:ext>
            </a:extLst>
          </p:cNvPr>
          <p:cNvSpPr>
            <a:spLocks noGrp="1"/>
          </p:cNvSpPr>
          <p:nvPr>
            <p:ph type="body" sz="quarter" idx="22" hasCustomPrompt="1"/>
          </p:nvPr>
        </p:nvSpPr>
        <p:spPr>
          <a:xfrm>
            <a:off x="4494833" y="6490930"/>
            <a:ext cx="7308375" cy="184666"/>
          </a:xfrm>
          <a:prstGeom prst="rect">
            <a:avLst/>
          </a:prstGeom>
        </p:spPr>
        <p:txBody>
          <a:bodyPr/>
          <a:lstStyle>
            <a:lvl1pPr marL="0" indent="0">
              <a:lnSpc>
                <a:spcPct val="110000"/>
              </a:lnSpc>
              <a:spcBef>
                <a:spcPts val="0"/>
              </a:spcBef>
              <a:buNone/>
              <a:defRPr sz="600" b="0" i="0">
                <a:latin typeface="DM Sans 14pt Medium" pitchFamily="2" charset="77"/>
              </a:defRPr>
            </a:lvl1pPr>
          </a:lstStyle>
          <a:p>
            <a:pPr lvl="0"/>
            <a:r>
              <a:rPr lang="en-US" dirty="0"/>
              <a:t>Footer</a:t>
            </a:r>
            <a:endParaRPr lang="en-AU" dirty="0"/>
          </a:p>
        </p:txBody>
      </p:sp>
      <p:pic>
        <p:nvPicPr>
          <p:cNvPr id="4" name="Picture 3" descr="A black background with a black square&#10;&#10;Description automatically generated with medium confidence">
            <a:extLst>
              <a:ext uri="{FF2B5EF4-FFF2-40B4-BE49-F238E27FC236}">
                <a16:creationId xmlns:a16="http://schemas.microsoft.com/office/drawing/2014/main" id="{B2433E13-D14E-DA5F-C23A-8EEA81D2AEB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05177" y="6257221"/>
            <a:ext cx="782355" cy="369388"/>
          </a:xfrm>
          <a:prstGeom prst="rect">
            <a:avLst/>
          </a:prstGeom>
        </p:spPr>
      </p:pic>
      <p:sp>
        <p:nvSpPr>
          <p:cNvPr id="5" name="Picture Placeholder 2">
            <a:extLst>
              <a:ext uri="{FF2B5EF4-FFF2-40B4-BE49-F238E27FC236}">
                <a16:creationId xmlns:a16="http://schemas.microsoft.com/office/drawing/2014/main" id="{C5CD4C6B-D54F-D7D4-F444-28D0D64080D1}"/>
              </a:ext>
            </a:extLst>
          </p:cNvPr>
          <p:cNvSpPr>
            <a:spLocks noGrp="1"/>
          </p:cNvSpPr>
          <p:nvPr>
            <p:ph type="pic" idx="1"/>
          </p:nvPr>
        </p:nvSpPr>
        <p:spPr>
          <a:xfrm>
            <a:off x="0" y="0"/>
            <a:ext cx="3399437" cy="6858000"/>
          </a:xfrm>
          <a:prstGeom prst="rect">
            <a:avLst/>
          </a:prstGeom>
        </p:spPr>
        <p:txBody>
          <a:bodyPr/>
          <a:lstStyle>
            <a:lvl1pPr marL="0" indent="0">
              <a:buNone/>
              <a:defRPr sz="3200" b="0" i="0">
                <a:latin typeface="DM Sans 14pt Medium" pitchFamily="2"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
        <p:nvSpPr>
          <p:cNvPr id="8" name="Text Placeholder 3">
            <a:extLst>
              <a:ext uri="{FF2B5EF4-FFF2-40B4-BE49-F238E27FC236}">
                <a16:creationId xmlns:a16="http://schemas.microsoft.com/office/drawing/2014/main" id="{2E5189BA-551C-831E-B7E1-277854AA7129}"/>
              </a:ext>
            </a:extLst>
          </p:cNvPr>
          <p:cNvSpPr>
            <a:spLocks noGrp="1"/>
          </p:cNvSpPr>
          <p:nvPr>
            <p:ph type="body" sz="half" idx="2"/>
          </p:nvPr>
        </p:nvSpPr>
        <p:spPr>
          <a:xfrm>
            <a:off x="3788229" y="1826873"/>
            <a:ext cx="6368142" cy="3811588"/>
          </a:xfrm>
          <a:prstGeom prst="rect">
            <a:avLst/>
          </a:prstGeom>
        </p:spPr>
        <p:txBody>
          <a:bodyPr/>
          <a:lstStyle>
            <a:lvl1pPr marL="285750" indent="-285750">
              <a:lnSpc>
                <a:spcPct val="110000"/>
              </a:lnSpc>
              <a:spcBef>
                <a:spcPts val="0"/>
              </a:spcBef>
              <a:spcAft>
                <a:spcPts val="1200"/>
              </a:spcAft>
              <a:buClr>
                <a:srgbClr val="00BDBB"/>
              </a:buClr>
              <a:buFont typeface="Arial" panose="020B0604020202020204" pitchFamily="34" charset="0"/>
              <a:buChar char="•"/>
              <a:defRPr sz="1600" b="0" i="0">
                <a:latin typeface="DM Sans 14pt Medium"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Tree>
    <p:extLst>
      <p:ext uri="{BB962C8B-B14F-4D97-AF65-F5344CB8AC3E}">
        <p14:creationId xmlns:p14="http://schemas.microsoft.com/office/powerpoint/2010/main" val="38967558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79C9BAE-F1AB-3821-AC88-D22BB35FD39D}"/>
              </a:ext>
            </a:extLst>
          </p:cNvPr>
          <p:cNvSpPr>
            <a:spLocks noGrp="1"/>
          </p:cNvSpPr>
          <p:nvPr>
            <p:ph type="title" hasCustomPrompt="1"/>
          </p:nvPr>
        </p:nvSpPr>
        <p:spPr>
          <a:xfrm>
            <a:off x="307975" y="291066"/>
            <a:ext cx="11571288" cy="833791"/>
          </a:xfrm>
        </p:spPr>
        <p:txBody>
          <a:bodyPr>
            <a:normAutofit/>
          </a:bodyPr>
          <a:lstStyle>
            <a:lvl1pPr>
              <a:defRPr sz="3200" b="0" i="0">
                <a:solidFill>
                  <a:srgbClr val="980000"/>
                </a:solidFill>
                <a:latin typeface="+mj-lt"/>
              </a:defRPr>
            </a:lvl1pPr>
          </a:lstStyle>
          <a:p>
            <a:r>
              <a:rPr lang="en-US" dirty="0"/>
              <a:t>Click to add slide title</a:t>
            </a:r>
            <a:endParaRPr lang="en-AU" dirty="0"/>
          </a:p>
        </p:txBody>
      </p:sp>
      <p:sp>
        <p:nvSpPr>
          <p:cNvPr id="11" name="Text Placeholder 5">
            <a:extLst>
              <a:ext uri="{FF2B5EF4-FFF2-40B4-BE49-F238E27FC236}">
                <a16:creationId xmlns:a16="http://schemas.microsoft.com/office/drawing/2014/main" id="{74C991B3-DB49-4DC0-908F-FFB54C5964F5}"/>
              </a:ext>
            </a:extLst>
          </p:cNvPr>
          <p:cNvSpPr>
            <a:spLocks noGrp="1"/>
          </p:cNvSpPr>
          <p:nvPr>
            <p:ph type="body" sz="quarter" idx="21" hasCustomPrompt="1"/>
          </p:nvPr>
        </p:nvSpPr>
        <p:spPr>
          <a:xfrm>
            <a:off x="307975" y="1242909"/>
            <a:ext cx="7308375" cy="465912"/>
          </a:xfrm>
          <a:prstGeom prst="rect">
            <a:avLst/>
          </a:prstGeom>
        </p:spPr>
        <p:txBody>
          <a:bodyPr/>
          <a:lstStyle>
            <a:lvl1pPr marL="0" indent="0">
              <a:lnSpc>
                <a:spcPct val="110000"/>
              </a:lnSpc>
              <a:spcBef>
                <a:spcPts val="0"/>
              </a:spcBef>
              <a:buNone/>
              <a:defRPr sz="1800" b="0" i="0">
                <a:latin typeface="+mj-lt"/>
              </a:defRPr>
            </a:lvl1pPr>
          </a:lstStyle>
          <a:p>
            <a:pPr lvl="0"/>
            <a:r>
              <a:rPr lang="en-US" dirty="0"/>
              <a:t>Click to add sub-title</a:t>
            </a:r>
            <a:endParaRPr lang="en-AU" dirty="0"/>
          </a:p>
        </p:txBody>
      </p:sp>
      <p:sp>
        <p:nvSpPr>
          <p:cNvPr id="2" name="Text Placeholder 5">
            <a:extLst>
              <a:ext uri="{FF2B5EF4-FFF2-40B4-BE49-F238E27FC236}">
                <a16:creationId xmlns:a16="http://schemas.microsoft.com/office/drawing/2014/main" id="{5B94A5B4-730E-467F-D600-C9A63094CB12}"/>
              </a:ext>
            </a:extLst>
          </p:cNvPr>
          <p:cNvSpPr>
            <a:spLocks noGrp="1"/>
          </p:cNvSpPr>
          <p:nvPr>
            <p:ph type="body" sz="quarter" idx="22" hasCustomPrompt="1"/>
          </p:nvPr>
        </p:nvSpPr>
        <p:spPr>
          <a:xfrm>
            <a:off x="1114817" y="6474601"/>
            <a:ext cx="7308375" cy="184666"/>
          </a:xfrm>
          <a:prstGeom prst="rect">
            <a:avLst/>
          </a:prstGeom>
        </p:spPr>
        <p:txBody>
          <a:bodyPr/>
          <a:lstStyle>
            <a:lvl1pPr>
              <a:defRPr lang="en-AU" sz="1100" b="0" i="1" dirty="0">
                <a:latin typeface="DM Sans" pitchFamily="2" charset="77"/>
              </a:defRPr>
            </a:lvl1pPr>
          </a:lstStyle>
          <a:p>
            <a:pPr marL="0" lvl="0" indent="0">
              <a:lnSpc>
                <a:spcPct val="110000"/>
              </a:lnSpc>
              <a:spcBef>
                <a:spcPts val="0"/>
              </a:spcBef>
              <a:buNone/>
            </a:pPr>
            <a:r>
              <a:rPr lang="en-US" dirty="0"/>
              <a:t>Footer</a:t>
            </a:r>
            <a:endParaRPr lang="en-AU" dirty="0"/>
          </a:p>
        </p:txBody>
      </p:sp>
      <p:sp>
        <p:nvSpPr>
          <p:cNvPr id="3" name="Text Placeholder 3">
            <a:extLst>
              <a:ext uri="{FF2B5EF4-FFF2-40B4-BE49-F238E27FC236}">
                <a16:creationId xmlns:a16="http://schemas.microsoft.com/office/drawing/2014/main" id="{C05A28D2-32E5-A1E8-866C-416FE3E4FA3C}"/>
              </a:ext>
            </a:extLst>
          </p:cNvPr>
          <p:cNvSpPr>
            <a:spLocks noGrp="1"/>
          </p:cNvSpPr>
          <p:nvPr>
            <p:ph type="body" sz="half" idx="2"/>
          </p:nvPr>
        </p:nvSpPr>
        <p:spPr>
          <a:xfrm>
            <a:off x="307975" y="1893935"/>
            <a:ext cx="5488141" cy="3811588"/>
          </a:xfrm>
          <a:prstGeom prst="rect">
            <a:avLst/>
          </a:prstGeom>
        </p:spPr>
        <p:txBody>
          <a:bodyPr/>
          <a:lstStyle>
            <a:lvl1pPr marL="285750" indent="-285750">
              <a:lnSpc>
                <a:spcPct val="110000"/>
              </a:lnSpc>
              <a:spcBef>
                <a:spcPts val="0"/>
              </a:spcBef>
              <a:spcAft>
                <a:spcPts val="1200"/>
              </a:spcAft>
              <a:buClr>
                <a:srgbClr val="00BDBB"/>
              </a:buClr>
              <a:buFont typeface="Arial" panose="020B0604020202020204" pitchFamily="34" charset="0"/>
              <a:buChar char="•"/>
              <a:defRPr sz="1600" b="0" i="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a:extLst>
              <a:ext uri="{FF2B5EF4-FFF2-40B4-BE49-F238E27FC236}">
                <a16:creationId xmlns:a16="http://schemas.microsoft.com/office/drawing/2014/main" id="{7E1B91A7-69C8-DFB6-0897-4B6BE3810DA8}"/>
              </a:ext>
            </a:extLst>
          </p:cNvPr>
          <p:cNvSpPr>
            <a:spLocks noGrp="1"/>
          </p:cNvSpPr>
          <p:nvPr>
            <p:ph type="body" sz="half" idx="23"/>
          </p:nvPr>
        </p:nvSpPr>
        <p:spPr>
          <a:xfrm>
            <a:off x="6093619" y="1893935"/>
            <a:ext cx="5488141" cy="3811588"/>
          </a:xfrm>
          <a:prstGeom prst="rect">
            <a:avLst/>
          </a:prstGeom>
        </p:spPr>
        <p:txBody>
          <a:bodyPr/>
          <a:lstStyle>
            <a:lvl1pPr marL="285750" indent="-285750">
              <a:lnSpc>
                <a:spcPct val="110000"/>
              </a:lnSpc>
              <a:spcBef>
                <a:spcPts val="0"/>
              </a:spcBef>
              <a:spcAft>
                <a:spcPts val="1200"/>
              </a:spcAft>
              <a:buClr>
                <a:srgbClr val="00BDBB"/>
              </a:buClr>
              <a:buFont typeface="Arial" panose="020B0604020202020204" pitchFamily="34" charset="0"/>
              <a:buChar char="•"/>
              <a:defRPr sz="1600" b="0" i="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Tree>
    <p:extLst>
      <p:ext uri="{BB962C8B-B14F-4D97-AF65-F5344CB8AC3E}">
        <p14:creationId xmlns:p14="http://schemas.microsoft.com/office/powerpoint/2010/main" val="31432469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Title Slide">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79C9BAE-F1AB-3821-AC88-D22BB35FD39D}"/>
              </a:ext>
            </a:extLst>
          </p:cNvPr>
          <p:cNvSpPr>
            <a:spLocks noGrp="1"/>
          </p:cNvSpPr>
          <p:nvPr>
            <p:ph type="title" hasCustomPrompt="1"/>
          </p:nvPr>
        </p:nvSpPr>
        <p:spPr>
          <a:xfrm>
            <a:off x="307975" y="291066"/>
            <a:ext cx="11571288" cy="833791"/>
          </a:xfrm>
        </p:spPr>
        <p:txBody>
          <a:bodyPr>
            <a:normAutofit/>
          </a:bodyPr>
          <a:lstStyle>
            <a:lvl1pPr>
              <a:defRPr sz="3200" b="0" i="0">
                <a:solidFill>
                  <a:srgbClr val="980000"/>
                </a:solidFill>
                <a:latin typeface="+mj-lt"/>
              </a:defRPr>
            </a:lvl1pPr>
          </a:lstStyle>
          <a:p>
            <a:r>
              <a:rPr lang="en-US" dirty="0"/>
              <a:t>Click to add slide title</a:t>
            </a:r>
            <a:endParaRPr lang="en-AU" dirty="0"/>
          </a:p>
        </p:txBody>
      </p:sp>
      <p:sp>
        <p:nvSpPr>
          <p:cNvPr id="11" name="Text Placeholder 5">
            <a:extLst>
              <a:ext uri="{FF2B5EF4-FFF2-40B4-BE49-F238E27FC236}">
                <a16:creationId xmlns:a16="http://schemas.microsoft.com/office/drawing/2014/main" id="{74C991B3-DB49-4DC0-908F-FFB54C5964F5}"/>
              </a:ext>
            </a:extLst>
          </p:cNvPr>
          <p:cNvSpPr>
            <a:spLocks noGrp="1"/>
          </p:cNvSpPr>
          <p:nvPr>
            <p:ph type="body" sz="quarter" idx="21" hasCustomPrompt="1"/>
          </p:nvPr>
        </p:nvSpPr>
        <p:spPr>
          <a:xfrm>
            <a:off x="307975" y="1242909"/>
            <a:ext cx="11571288" cy="465912"/>
          </a:xfrm>
          <a:prstGeom prst="rect">
            <a:avLst/>
          </a:prstGeom>
        </p:spPr>
        <p:txBody>
          <a:bodyPr/>
          <a:lstStyle>
            <a:lvl1pPr marL="0" indent="0">
              <a:lnSpc>
                <a:spcPct val="110000"/>
              </a:lnSpc>
              <a:spcBef>
                <a:spcPts val="0"/>
              </a:spcBef>
              <a:buNone/>
              <a:defRPr sz="1800" b="0" i="0">
                <a:latin typeface="+mn-lt"/>
              </a:defRPr>
            </a:lvl1pPr>
          </a:lstStyle>
          <a:p>
            <a:pPr lvl="0"/>
            <a:r>
              <a:rPr lang="en-US" dirty="0"/>
              <a:t>Click to add sub-title</a:t>
            </a:r>
            <a:endParaRPr lang="en-AU" dirty="0"/>
          </a:p>
        </p:txBody>
      </p:sp>
      <p:sp>
        <p:nvSpPr>
          <p:cNvPr id="2" name="Text Placeholder 5">
            <a:extLst>
              <a:ext uri="{FF2B5EF4-FFF2-40B4-BE49-F238E27FC236}">
                <a16:creationId xmlns:a16="http://schemas.microsoft.com/office/drawing/2014/main" id="{5B94A5B4-730E-467F-D600-C9A63094CB12}"/>
              </a:ext>
            </a:extLst>
          </p:cNvPr>
          <p:cNvSpPr>
            <a:spLocks noGrp="1"/>
          </p:cNvSpPr>
          <p:nvPr>
            <p:ph type="body" sz="quarter" idx="22" hasCustomPrompt="1"/>
          </p:nvPr>
        </p:nvSpPr>
        <p:spPr>
          <a:xfrm>
            <a:off x="1114817" y="6474601"/>
            <a:ext cx="7308375" cy="184666"/>
          </a:xfrm>
          <a:prstGeom prst="rect">
            <a:avLst/>
          </a:prstGeom>
        </p:spPr>
        <p:txBody>
          <a:bodyPr/>
          <a:lstStyle>
            <a:lvl1pPr>
              <a:defRPr lang="en-AU" sz="1100" b="0" i="1" dirty="0">
                <a:latin typeface="DM Sans" pitchFamily="2" charset="77"/>
              </a:defRPr>
            </a:lvl1pPr>
          </a:lstStyle>
          <a:p>
            <a:pPr marL="0" lvl="0" indent="0">
              <a:lnSpc>
                <a:spcPct val="110000"/>
              </a:lnSpc>
              <a:spcBef>
                <a:spcPts val="0"/>
              </a:spcBef>
              <a:buNone/>
            </a:pPr>
            <a:r>
              <a:rPr lang="en-US" dirty="0"/>
              <a:t>Footer</a:t>
            </a:r>
            <a:endParaRPr lang="en-AU" dirty="0"/>
          </a:p>
        </p:txBody>
      </p:sp>
      <p:sp>
        <p:nvSpPr>
          <p:cNvPr id="5" name="Rounded Rectangle 4">
            <a:extLst>
              <a:ext uri="{FF2B5EF4-FFF2-40B4-BE49-F238E27FC236}">
                <a16:creationId xmlns:a16="http://schemas.microsoft.com/office/drawing/2014/main" id="{99B799EB-97C3-2444-F702-AB3686CE8BB0}"/>
              </a:ext>
            </a:extLst>
          </p:cNvPr>
          <p:cNvSpPr/>
          <p:nvPr userDrawn="1"/>
        </p:nvSpPr>
        <p:spPr>
          <a:xfrm>
            <a:off x="0" y="2035886"/>
            <a:ext cx="12192000" cy="3982066"/>
          </a:xfrm>
          <a:prstGeom prst="roundRect">
            <a:avLst>
              <a:gd name="adj" fmla="val 0"/>
            </a:avLst>
          </a:prstGeom>
          <a:solidFill>
            <a:srgbClr val="E6F8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DM Sans 14pt Medium" pitchFamily="2" charset="77"/>
            </a:endParaRPr>
          </a:p>
        </p:txBody>
      </p:sp>
    </p:spTree>
    <p:extLst>
      <p:ext uri="{BB962C8B-B14F-4D97-AF65-F5344CB8AC3E}">
        <p14:creationId xmlns:p14="http://schemas.microsoft.com/office/powerpoint/2010/main" val="21392461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7_Title Slide">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79C9BAE-F1AB-3821-AC88-D22BB35FD39D}"/>
              </a:ext>
            </a:extLst>
          </p:cNvPr>
          <p:cNvSpPr>
            <a:spLocks noGrp="1"/>
          </p:cNvSpPr>
          <p:nvPr>
            <p:ph type="title" hasCustomPrompt="1"/>
          </p:nvPr>
        </p:nvSpPr>
        <p:spPr>
          <a:xfrm>
            <a:off x="307975" y="291066"/>
            <a:ext cx="11571288" cy="833791"/>
          </a:xfrm>
        </p:spPr>
        <p:txBody>
          <a:bodyPr>
            <a:normAutofit/>
          </a:bodyPr>
          <a:lstStyle>
            <a:lvl1pPr>
              <a:defRPr sz="3200" b="0" i="0">
                <a:solidFill>
                  <a:srgbClr val="980000"/>
                </a:solidFill>
                <a:latin typeface="+mj-lt"/>
              </a:defRPr>
            </a:lvl1pPr>
          </a:lstStyle>
          <a:p>
            <a:r>
              <a:rPr lang="en-US" dirty="0"/>
              <a:t>Click to add slide title</a:t>
            </a:r>
            <a:endParaRPr lang="en-AU" dirty="0"/>
          </a:p>
        </p:txBody>
      </p:sp>
      <p:sp>
        <p:nvSpPr>
          <p:cNvPr id="11" name="Text Placeholder 5">
            <a:extLst>
              <a:ext uri="{FF2B5EF4-FFF2-40B4-BE49-F238E27FC236}">
                <a16:creationId xmlns:a16="http://schemas.microsoft.com/office/drawing/2014/main" id="{74C991B3-DB49-4DC0-908F-FFB54C5964F5}"/>
              </a:ext>
            </a:extLst>
          </p:cNvPr>
          <p:cNvSpPr>
            <a:spLocks noGrp="1"/>
          </p:cNvSpPr>
          <p:nvPr>
            <p:ph type="body" sz="quarter" idx="21" hasCustomPrompt="1"/>
          </p:nvPr>
        </p:nvSpPr>
        <p:spPr>
          <a:xfrm>
            <a:off x="307975" y="1242909"/>
            <a:ext cx="11571288" cy="465912"/>
          </a:xfrm>
          <a:prstGeom prst="rect">
            <a:avLst/>
          </a:prstGeom>
        </p:spPr>
        <p:txBody>
          <a:bodyPr/>
          <a:lstStyle>
            <a:lvl1pPr marL="0" indent="0">
              <a:lnSpc>
                <a:spcPct val="110000"/>
              </a:lnSpc>
              <a:spcBef>
                <a:spcPts val="0"/>
              </a:spcBef>
              <a:buNone/>
              <a:defRPr sz="1800" b="0" i="0">
                <a:latin typeface="+mn-lt"/>
              </a:defRPr>
            </a:lvl1pPr>
          </a:lstStyle>
          <a:p>
            <a:pPr lvl="0"/>
            <a:r>
              <a:rPr lang="en-US" dirty="0"/>
              <a:t>Click to add sub-title</a:t>
            </a:r>
            <a:endParaRPr lang="en-AU" dirty="0"/>
          </a:p>
        </p:txBody>
      </p:sp>
      <p:sp>
        <p:nvSpPr>
          <p:cNvPr id="2" name="Text Placeholder 5">
            <a:extLst>
              <a:ext uri="{FF2B5EF4-FFF2-40B4-BE49-F238E27FC236}">
                <a16:creationId xmlns:a16="http://schemas.microsoft.com/office/drawing/2014/main" id="{5B94A5B4-730E-467F-D600-C9A63094CB12}"/>
              </a:ext>
            </a:extLst>
          </p:cNvPr>
          <p:cNvSpPr>
            <a:spLocks noGrp="1"/>
          </p:cNvSpPr>
          <p:nvPr>
            <p:ph type="body" sz="quarter" idx="22" hasCustomPrompt="1"/>
          </p:nvPr>
        </p:nvSpPr>
        <p:spPr>
          <a:xfrm>
            <a:off x="1114817" y="6474601"/>
            <a:ext cx="7308375" cy="184666"/>
          </a:xfrm>
          <a:prstGeom prst="rect">
            <a:avLst/>
          </a:prstGeom>
        </p:spPr>
        <p:txBody>
          <a:bodyPr/>
          <a:lstStyle>
            <a:lvl1pPr>
              <a:defRPr lang="en-AU" sz="1100" b="0" i="1" dirty="0">
                <a:latin typeface="DM Sans" pitchFamily="2" charset="77"/>
              </a:defRPr>
            </a:lvl1pPr>
          </a:lstStyle>
          <a:p>
            <a:pPr marL="0" lvl="0" indent="0">
              <a:lnSpc>
                <a:spcPct val="110000"/>
              </a:lnSpc>
              <a:spcBef>
                <a:spcPts val="0"/>
              </a:spcBef>
              <a:buNone/>
            </a:pPr>
            <a:r>
              <a:rPr lang="en-US" dirty="0"/>
              <a:t>Footer</a:t>
            </a:r>
            <a:endParaRPr lang="en-AU" dirty="0"/>
          </a:p>
        </p:txBody>
      </p:sp>
    </p:spTree>
    <p:extLst>
      <p:ext uri="{BB962C8B-B14F-4D97-AF65-F5344CB8AC3E}">
        <p14:creationId xmlns:p14="http://schemas.microsoft.com/office/powerpoint/2010/main" val="31562411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003E3D"/>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98F597E-1C8D-00C0-4012-C2A285D867F6}"/>
              </a:ext>
            </a:extLst>
          </p:cNvPr>
          <p:cNvSpPr>
            <a:spLocks noGrp="1"/>
          </p:cNvSpPr>
          <p:nvPr>
            <p:ph type="title" hasCustomPrompt="1"/>
          </p:nvPr>
        </p:nvSpPr>
        <p:spPr>
          <a:xfrm>
            <a:off x="1430922" y="3012104"/>
            <a:ext cx="4665078" cy="833791"/>
          </a:xfrm>
        </p:spPr>
        <p:txBody>
          <a:bodyPr/>
          <a:lstStyle>
            <a:lvl1pPr>
              <a:lnSpc>
                <a:spcPct val="80000"/>
              </a:lnSpc>
              <a:defRPr sz="6000" b="0" i="0">
                <a:solidFill>
                  <a:schemeClr val="bg1"/>
                </a:solidFill>
                <a:latin typeface="DM Sans 14pt Medium" pitchFamily="2" charset="77"/>
              </a:defRPr>
            </a:lvl1pPr>
          </a:lstStyle>
          <a:p>
            <a:r>
              <a:rPr lang="en-US" dirty="0"/>
              <a:t>Edit chapter slide title</a:t>
            </a:r>
            <a:endParaRPr lang="en-AU" dirty="0"/>
          </a:p>
        </p:txBody>
      </p:sp>
      <p:pic>
        <p:nvPicPr>
          <p:cNvPr id="10" name="Picture 9" descr="A black background with white text&#10;&#10;Description automatically generated">
            <a:extLst>
              <a:ext uri="{FF2B5EF4-FFF2-40B4-BE49-F238E27FC236}">
                <a16:creationId xmlns:a16="http://schemas.microsoft.com/office/drawing/2014/main" id="{39A27992-63CC-88D9-4C67-038DECCDE5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9707" y="6267315"/>
            <a:ext cx="780047" cy="369387"/>
          </a:xfrm>
          <a:prstGeom prst="rect">
            <a:avLst/>
          </a:prstGeom>
          <a:solidFill>
            <a:srgbClr val="003E3D"/>
          </a:solidFill>
        </p:spPr>
      </p:pic>
    </p:spTree>
    <p:extLst>
      <p:ext uri="{BB962C8B-B14F-4D97-AF65-F5344CB8AC3E}">
        <p14:creationId xmlns:p14="http://schemas.microsoft.com/office/powerpoint/2010/main" val="71736993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rgbClr val="8A0000"/>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98F597E-1C8D-00C0-4012-C2A285D867F6}"/>
              </a:ext>
            </a:extLst>
          </p:cNvPr>
          <p:cNvSpPr>
            <a:spLocks noGrp="1"/>
          </p:cNvSpPr>
          <p:nvPr>
            <p:ph type="title" hasCustomPrompt="1"/>
          </p:nvPr>
        </p:nvSpPr>
        <p:spPr>
          <a:xfrm>
            <a:off x="1430922" y="3012104"/>
            <a:ext cx="4665078" cy="833791"/>
          </a:xfrm>
        </p:spPr>
        <p:txBody>
          <a:bodyPr/>
          <a:lstStyle>
            <a:lvl1pPr>
              <a:lnSpc>
                <a:spcPct val="80000"/>
              </a:lnSpc>
              <a:defRPr sz="6000" b="0" i="0">
                <a:solidFill>
                  <a:schemeClr val="bg1"/>
                </a:solidFill>
                <a:latin typeface="DM Sans 14pt Medium" pitchFamily="2" charset="77"/>
              </a:defRPr>
            </a:lvl1pPr>
          </a:lstStyle>
          <a:p>
            <a:r>
              <a:rPr lang="en-US" dirty="0"/>
              <a:t>Edit chapter slide title</a:t>
            </a:r>
            <a:endParaRPr lang="en-AU" dirty="0"/>
          </a:p>
        </p:txBody>
      </p:sp>
      <p:pic>
        <p:nvPicPr>
          <p:cNvPr id="7" name="Picture 6" descr="A black background with white text&#10;&#10;Description automatically generated">
            <a:extLst>
              <a:ext uri="{FF2B5EF4-FFF2-40B4-BE49-F238E27FC236}">
                <a16:creationId xmlns:a16="http://schemas.microsoft.com/office/drawing/2014/main" id="{43DF14E1-F69F-967C-C86A-7DCEEC6F323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9707" y="6267315"/>
            <a:ext cx="780047" cy="369387"/>
          </a:xfrm>
          <a:prstGeom prst="rect">
            <a:avLst/>
          </a:prstGeom>
          <a:solidFill>
            <a:srgbClr val="8A0000"/>
          </a:solidFill>
        </p:spPr>
      </p:pic>
    </p:spTree>
    <p:extLst>
      <p:ext uri="{BB962C8B-B14F-4D97-AF65-F5344CB8AC3E}">
        <p14:creationId xmlns:p14="http://schemas.microsoft.com/office/powerpoint/2010/main" val="60573275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Title Only">
    <p:bg>
      <p:bgPr>
        <a:solidFill>
          <a:srgbClr val="00BDBB"/>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98F597E-1C8D-00C0-4012-C2A285D867F6}"/>
              </a:ext>
            </a:extLst>
          </p:cNvPr>
          <p:cNvSpPr>
            <a:spLocks noGrp="1"/>
          </p:cNvSpPr>
          <p:nvPr>
            <p:ph type="title" hasCustomPrompt="1"/>
          </p:nvPr>
        </p:nvSpPr>
        <p:spPr>
          <a:xfrm>
            <a:off x="1430922" y="3012104"/>
            <a:ext cx="4665078" cy="833791"/>
          </a:xfrm>
        </p:spPr>
        <p:txBody>
          <a:bodyPr/>
          <a:lstStyle>
            <a:lvl1pPr>
              <a:lnSpc>
                <a:spcPct val="80000"/>
              </a:lnSpc>
              <a:defRPr sz="6000" b="0" i="0">
                <a:solidFill>
                  <a:schemeClr val="bg1"/>
                </a:solidFill>
                <a:latin typeface="DM Sans 14pt Medium" pitchFamily="2" charset="77"/>
              </a:defRPr>
            </a:lvl1pPr>
          </a:lstStyle>
          <a:p>
            <a:r>
              <a:rPr lang="en-US" dirty="0"/>
              <a:t>Edit chapter slide title</a:t>
            </a:r>
            <a:endParaRPr lang="en-AU" dirty="0"/>
          </a:p>
        </p:txBody>
      </p:sp>
    </p:spTree>
    <p:extLst>
      <p:ext uri="{BB962C8B-B14F-4D97-AF65-F5344CB8AC3E}">
        <p14:creationId xmlns:p14="http://schemas.microsoft.com/office/powerpoint/2010/main" val="34021826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cSld name="4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19E6-9960-ACFF-603D-E89683220AC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6B6A62E-ADFC-83DF-AADE-70B3BADC7F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14CD03DB-DE38-B9B6-57E3-D4AB96356D5F}"/>
              </a:ext>
            </a:extLst>
          </p:cNvPr>
          <p:cNvSpPr>
            <a:spLocks noGrp="1"/>
          </p:cNvSpPr>
          <p:nvPr>
            <p:ph type="dt" sz="half" idx="10"/>
          </p:nvPr>
        </p:nvSpPr>
        <p:spPr/>
        <p:txBody>
          <a:bodyPr/>
          <a:lstStyle/>
          <a:p>
            <a:fld id="{CEB90C64-DACE-1C48-8E3C-97A5DA315FB1}" type="datetimeFigureOut">
              <a:rPr lang="en-US" smtClean="0"/>
              <a:t>3/15/2026</a:t>
            </a:fld>
            <a:endParaRPr lang="en-US"/>
          </a:p>
        </p:txBody>
      </p:sp>
      <p:sp>
        <p:nvSpPr>
          <p:cNvPr id="5" name="Footer Placeholder 4">
            <a:extLst>
              <a:ext uri="{FF2B5EF4-FFF2-40B4-BE49-F238E27FC236}">
                <a16:creationId xmlns:a16="http://schemas.microsoft.com/office/drawing/2014/main" id="{BEAAE0C6-AB28-B7A0-AB5E-92DECDA30A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44CD9C-8663-D352-9D76-735A2220AA82}"/>
              </a:ext>
            </a:extLst>
          </p:cNvPr>
          <p:cNvSpPr>
            <a:spLocks noGrp="1"/>
          </p:cNvSpPr>
          <p:nvPr>
            <p:ph type="sldNum" sz="quarter" idx="12"/>
          </p:nvPr>
        </p:nvSpPr>
        <p:spPr/>
        <p:txBody>
          <a:bodyPr/>
          <a:lstStyle/>
          <a:p>
            <a:fld id="{2AC5D1B2-7488-9A4C-8306-384E13AB9254}" type="slidenum">
              <a:rPr lang="en-US" smtClean="0"/>
              <a:t>‹#›</a:t>
            </a:fld>
            <a:endParaRPr lang="en-US"/>
          </a:p>
        </p:txBody>
      </p:sp>
    </p:spTree>
    <p:extLst>
      <p:ext uri="{BB962C8B-B14F-4D97-AF65-F5344CB8AC3E}">
        <p14:creationId xmlns:p14="http://schemas.microsoft.com/office/powerpoint/2010/main" val="40595701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0F72FD-29FF-7E52-1C88-12F1B5168F18}"/>
              </a:ext>
            </a:extLst>
          </p:cNvPr>
          <p:cNvSpPr>
            <a:spLocks noGrp="1"/>
          </p:cNvSpPr>
          <p:nvPr>
            <p:ph type="dt" sz="half" idx="10"/>
          </p:nvPr>
        </p:nvSpPr>
        <p:spPr>
          <a:xfrm>
            <a:off x="838200" y="6356350"/>
            <a:ext cx="2743200" cy="365125"/>
          </a:xfrm>
          <a:prstGeom prst="rect">
            <a:avLst/>
          </a:prstGeom>
        </p:spPr>
        <p:txBody>
          <a:bodyPr/>
          <a:lstStyle/>
          <a:p>
            <a:fld id="{E5FE4A79-FDF4-654E-BB60-23F8846B0C33}" type="datetimeFigureOut">
              <a:rPr lang="en-US" smtClean="0"/>
              <a:t>3/15/2026</a:t>
            </a:fld>
            <a:endParaRPr lang="en-US" dirty="0"/>
          </a:p>
        </p:txBody>
      </p:sp>
      <p:sp>
        <p:nvSpPr>
          <p:cNvPr id="3" name="Footer Placeholder 2">
            <a:extLst>
              <a:ext uri="{FF2B5EF4-FFF2-40B4-BE49-F238E27FC236}">
                <a16:creationId xmlns:a16="http://schemas.microsoft.com/office/drawing/2014/main" id="{44D6EA57-B5C0-60A2-9D0B-BB71F9DE374A}"/>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A3E3B0D3-8370-6829-B06E-85633F4AC526}"/>
              </a:ext>
            </a:extLst>
          </p:cNvPr>
          <p:cNvSpPr>
            <a:spLocks noGrp="1"/>
          </p:cNvSpPr>
          <p:nvPr>
            <p:ph type="sldNum" sz="quarter" idx="12"/>
          </p:nvPr>
        </p:nvSpPr>
        <p:spPr>
          <a:xfrm>
            <a:off x="8610600" y="6356350"/>
            <a:ext cx="2743200" cy="365125"/>
          </a:xfrm>
          <a:prstGeom prst="rect">
            <a:avLst/>
          </a:prstGeom>
        </p:spPr>
        <p:txBody>
          <a:bodyPr/>
          <a:lstStyle/>
          <a:p>
            <a:fld id="{02D78A2E-3C79-F34C-AF3B-17E55453E8E4}" type="slidenum">
              <a:rPr lang="en-US" smtClean="0"/>
              <a:t>‹#›</a:t>
            </a:fld>
            <a:endParaRPr lang="en-US" dirty="0"/>
          </a:p>
        </p:txBody>
      </p:sp>
    </p:spTree>
    <p:extLst>
      <p:ext uri="{BB962C8B-B14F-4D97-AF65-F5344CB8AC3E}">
        <p14:creationId xmlns:p14="http://schemas.microsoft.com/office/powerpoint/2010/main" val="31488871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 Id="rId2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39C4B1-3D98-BB44-4FDE-5A8734EB8EC1}"/>
              </a:ext>
            </a:extLst>
          </p:cNvPr>
          <p:cNvSpPr>
            <a:spLocks noGrp="1"/>
          </p:cNvSpPr>
          <p:nvPr>
            <p:ph type="title"/>
          </p:nvPr>
        </p:nvSpPr>
        <p:spPr>
          <a:xfrm>
            <a:off x="838200" y="268541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7" name="Slide Number Placeholder 5">
            <a:extLst>
              <a:ext uri="{FF2B5EF4-FFF2-40B4-BE49-F238E27FC236}">
                <a16:creationId xmlns:a16="http://schemas.microsoft.com/office/drawing/2014/main" id="{A5C113F6-4AFF-3606-D0E7-A3BDE2176AF4}"/>
              </a:ext>
            </a:extLst>
          </p:cNvPr>
          <p:cNvSpPr txBox="1">
            <a:spLocks/>
          </p:cNvSpPr>
          <p:nvPr userDrawn="1"/>
        </p:nvSpPr>
        <p:spPr>
          <a:xfrm>
            <a:off x="11403383" y="6400903"/>
            <a:ext cx="553784" cy="284772"/>
          </a:xfrm>
          <a:prstGeom prst="rect">
            <a:avLst/>
          </a:prstGeom>
        </p:spPr>
        <p:txBody>
          <a:bodyPr vert="horz" lIns="36000" tIns="36000" rIns="36000" bIns="36000" rtlCol="0" anchor="ctr">
            <a:noAutofit/>
          </a:bodyPr>
          <a:lstStyle>
            <a:defPPr>
              <a:defRPr lang="en-US"/>
            </a:defPPr>
            <a:lvl1pPr marL="0" algn="r" defTabSz="914400" rtl="0" eaLnBrk="1" latinLnBrk="0" hangingPunct="1">
              <a:lnSpc>
                <a:spcPct val="100000"/>
              </a:lnSpc>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70D5686-8FD5-4274-8C2C-00A51404829A}" type="slidenum">
              <a:rPr lang="en-AU" b="0" i="0" smtClean="0">
                <a:latin typeface="DM Sans" pitchFamily="2" charset="77"/>
              </a:rPr>
              <a:pPr/>
              <a:t>‹#›</a:t>
            </a:fld>
            <a:endParaRPr lang="en-AU" b="0" i="0" dirty="0">
              <a:latin typeface="DM Sans" pitchFamily="2" charset="77"/>
            </a:endParaRPr>
          </a:p>
        </p:txBody>
      </p:sp>
      <p:pic>
        <p:nvPicPr>
          <p:cNvPr id="8" name="Picture 7" descr="A black background with a black square&#10;&#10;Description automatically generated with medium confidence">
            <a:extLst>
              <a:ext uri="{FF2B5EF4-FFF2-40B4-BE49-F238E27FC236}">
                <a16:creationId xmlns:a16="http://schemas.microsoft.com/office/drawing/2014/main" id="{DAD611EA-E006-D745-D004-9CA939528697}"/>
              </a:ext>
            </a:extLst>
          </p:cNvPr>
          <p:cNvPicPr>
            <a:picLocks noChangeAspect="1"/>
          </p:cNvPicPr>
          <p:nvPr userDrawn="1"/>
        </p:nvPicPr>
        <p:blipFill>
          <a:blip r:embed="rId20">
            <a:extLst>
              <a:ext uri="{28A0092B-C50C-407E-A947-70E740481C1C}">
                <a14:useLocalDpi xmlns:a14="http://schemas.microsoft.com/office/drawing/2010/main" val="0"/>
              </a:ext>
            </a:extLst>
          </a:blip>
          <a:stretch>
            <a:fillRect/>
          </a:stretch>
        </p:blipFill>
        <p:spPr>
          <a:xfrm>
            <a:off x="192505" y="6267008"/>
            <a:ext cx="782355" cy="369388"/>
          </a:xfrm>
          <a:prstGeom prst="rect">
            <a:avLst/>
          </a:prstGeom>
        </p:spPr>
      </p:pic>
    </p:spTree>
    <p:extLst>
      <p:ext uri="{BB962C8B-B14F-4D97-AF65-F5344CB8AC3E}">
        <p14:creationId xmlns:p14="http://schemas.microsoft.com/office/powerpoint/2010/main" val="3453443432"/>
      </p:ext>
    </p:extLst>
  </p:cSld>
  <p:clrMap bg1="lt1" tx1="dk1" bg2="lt2" tx2="dk2" accent1="accent1" accent2="accent2" accent3="accent3" accent4="accent4" accent5="accent5" accent6="accent6" hlink="hlink" folHlink="folHlink"/>
  <p:sldLayoutIdLst>
    <p:sldLayoutId id="2147483649" r:id="rId1"/>
    <p:sldLayoutId id="2147483670" r:id="rId2"/>
    <p:sldLayoutId id="2147483669" r:id="rId3"/>
    <p:sldLayoutId id="2147483650" r:id="rId4"/>
    <p:sldLayoutId id="2147483667" r:id="rId5"/>
    <p:sldLayoutId id="2147483651" r:id="rId6"/>
    <p:sldLayoutId id="2147483666" r:id="rId7"/>
    <p:sldLayoutId id="2147483652" r:id="rId8"/>
    <p:sldLayoutId id="2147483664" r:id="rId9"/>
    <p:sldLayoutId id="2147483663" r:id="rId10"/>
    <p:sldLayoutId id="2147483660" r:id="rId11"/>
    <p:sldLayoutId id="2147483665" r:id="rId12"/>
    <p:sldLayoutId id="2147483683" r:id="rId13"/>
    <p:sldLayoutId id="2147483654" r:id="rId14"/>
    <p:sldLayoutId id="2147483661" r:id="rId15"/>
    <p:sldLayoutId id="2147483662" r:id="rId16"/>
    <p:sldLayoutId id="2147483684" r:id="rId17"/>
    <p:sldLayoutId id="2147483685" r:id="rId18"/>
  </p:sldLayoutIdLst>
  <p:txStyles>
    <p:titleStyle>
      <a:lvl1pPr algn="l" defTabSz="914400" rtl="0" eaLnBrk="1" latinLnBrk="0" hangingPunct="1">
        <a:lnSpc>
          <a:spcPct val="90000"/>
        </a:lnSpc>
        <a:spcBef>
          <a:spcPct val="0"/>
        </a:spcBef>
        <a:buNone/>
        <a:defRPr sz="4400" b="0" i="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8" y="2286000"/>
            <a:ext cx="10972800" cy="1280160"/>
          </a:xfrm>
          <a:prstGeom prst="rect">
            <a:avLst/>
          </a:prstGeom>
          <a:noFill/>
        </p:spPr>
        <p:txBody>
          <a:bodyPr wrap="square">
            <a:spAutoFit/>
          </a:bodyPr>
          <a:lstStyle/>
          <a:p>
            <a:pPr algn="ctr"/>
            <a:r>
              <a:rPr sz="3200" b="1" i="0">
                <a:solidFill>
                  <a:srgbClr val="FFFFFF"/>
                </a:solidFill>
                <a:latin typeface="DM Sans"/>
              </a:rPr>
              <a:t>Community Attitudes Survey</a:t>
            </a:r>
          </a:p>
        </p:txBody>
      </p:sp>
      <p:sp>
        <p:nvSpPr>
          <p:cNvPr id="4" name="TextBox 3"/>
          <p:cNvSpPr txBox="1"/>
          <p:nvPr/>
        </p:nvSpPr>
        <p:spPr>
          <a:xfrm>
            <a:off x="612648" y="3566160"/>
            <a:ext cx="10972800" cy="640080"/>
          </a:xfrm>
          <a:prstGeom prst="rect">
            <a:avLst/>
          </a:prstGeom>
          <a:noFill/>
        </p:spPr>
        <p:txBody>
          <a:bodyPr wrap="square">
            <a:spAutoFit/>
          </a:bodyPr>
          <a:lstStyle/>
          <a:p>
            <a:pPr algn="ctr"/>
            <a:r>
              <a:rPr sz="1800" b="0" i="0">
                <a:solidFill>
                  <a:srgbClr val="9BEFEF"/>
                </a:solidFill>
                <a:latin typeface="DM Sans"/>
              </a:rPr>
              <a:t>March 2026</a:t>
            </a:r>
          </a:p>
        </p:txBody>
      </p:sp>
      <p:sp>
        <p:nvSpPr>
          <p:cNvPr id="5" name="TextBox 4"/>
          <p:cNvSpPr txBox="1"/>
          <p:nvPr/>
        </p:nvSpPr>
        <p:spPr>
          <a:xfrm>
            <a:off x="612648" y="6217920"/>
            <a:ext cx="10972800" cy="365760"/>
          </a:xfrm>
          <a:prstGeom prst="rect">
            <a:avLst/>
          </a:prstGeom>
          <a:noFill/>
        </p:spPr>
        <p:txBody>
          <a:bodyPr wrap="square">
            <a:spAutoFit/>
          </a:bodyPr>
          <a:lstStyle/>
          <a:p>
            <a:pPr algn="ctr"/>
            <a:r>
              <a:rPr sz="1000" b="0" i="0">
                <a:solidFill>
                  <a:srgbClr val="9BEFEF"/>
                </a:solidFill>
                <a:latin typeface="DM Sans"/>
              </a:rPr>
              <a:t>n=200 adult residents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8" y="2743200"/>
            <a:ext cx="10972800" cy="1097280"/>
          </a:xfrm>
          <a:prstGeom prst="rect">
            <a:avLst/>
          </a:prstGeom>
          <a:noFill/>
        </p:spPr>
        <p:txBody>
          <a:bodyPr wrap="square">
            <a:spAutoFit/>
          </a:bodyPr>
          <a:lstStyle/>
          <a:p>
            <a:pPr algn="l"/>
            <a:r>
              <a:rPr sz="2800" b="1" i="0">
                <a:solidFill>
                  <a:srgbClr val="FFFFFF"/>
                </a:solidFill>
                <a:latin typeface="DM Sans"/>
              </a:rPr>
              <a:t>Concern &amp; Salience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10896" y="1005840"/>
            <a:ext cx="11878056" cy="27432"/>
          </a:xfrm>
          <a:prstGeom prst="rect">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201168"/>
            <a:ext cx="11567160" cy="749808"/>
          </a:xfrm>
          <a:prstGeom prst="rect">
            <a:avLst/>
          </a:prstGeom>
          <a:noFill/>
        </p:spPr>
        <p:txBody>
          <a:bodyPr wrap="square">
            <a:spAutoFit/>
          </a:bodyPr>
          <a:lstStyle/>
          <a:p>
            <a:pPr algn="l"/>
            <a:r>
              <a:rPr sz="1800" b="1" i="0">
                <a:solidFill>
                  <a:srgbClr val="A32015"/>
                </a:solidFill>
                <a:latin typeface="DM Sans"/>
              </a:rPr>
              <a:t>Key findings — concern &amp; community attitudes</a:t>
            </a:r>
          </a:p>
        </p:txBody>
      </p:sp>
      <p:sp>
        <p:nvSpPr>
          <p:cNvPr id="4" name="TextBox 3"/>
          <p:cNvSpPr txBox="1"/>
          <p:nvPr/>
        </p:nvSpPr>
        <p:spPr>
          <a:xfrm>
            <a:off x="365760" y="1188720"/>
            <a:ext cx="11457432" cy="5303520"/>
          </a:xfrm>
          <a:prstGeom prst="rect">
            <a:avLst/>
          </a:prstGeom>
          <a:noFill/>
        </p:spPr>
        <p:txBody>
          <a:bodyPr wrap="square">
            <a:spAutoFit/>
          </a:bodyPr>
          <a:lstStyle/>
          <a:p>
            <a:r>
              <a:rPr sz="1000" b="0">
                <a:solidFill>
                  <a:srgbClr val="44546A"/>
                </a:solidFill>
                <a:latin typeface="DM Sans"/>
              </a:rPr>
              <a:t>Strong concern about the issue is evident across the community, with scepticism about how government is currently handling it.
</a:t>
            </a:r>
          </a:p>
          <a:p>
            <a:r>
              <a:rPr sz="1000" b="0">
                <a:solidFill>
                  <a:srgbClr val="44546A"/>
                </a:solidFill>
                <a:latin typeface="DM Sans"/>
              </a:rPr>
              <a:t>• Over 60% are very or extremely concerned — concern is highest among 35–54 year olds.</a:t>
            </a:r>
          </a:p>
          <a:p>
            <a:r>
              <a:rPr sz="1000" b="0">
                <a:solidFill>
                  <a:srgbClr val="44546A"/>
                </a:solidFill>
                <a:latin typeface="DM Sans"/>
              </a:rPr>
              <a:t>• Agreement that this issue impacts everyday people is broad, cutting across regions.</a:t>
            </a:r>
          </a:p>
          <a:p>
            <a:r>
              <a:rPr sz="1000" b="0">
                <a:solidFill>
                  <a:srgbClr val="44546A"/>
                </a:solidFill>
                <a:latin typeface="DM Sans"/>
              </a:rPr>
              <a:t>• Government handling is rated poorly — fewer than 1 in 5 agree government is handling it well.</a:t>
            </a:r>
          </a:p>
          <a:p>
            <a:r>
              <a:rPr sz="1000" b="0">
                <a:solidFill>
                  <a:srgbClr val="44546A"/>
                </a:solidFill>
                <a:latin typeface="DM Sans"/>
              </a:rPr>
              <a:t>• There is strong appetite for local action alongside calls for stronger government leadership.</a:t>
            </a:r>
          </a:p>
        </p:txBody>
      </p:sp>
      <p:sp>
        <p:nvSpPr>
          <p:cNvPr id="5" name="TextBox 4"/>
          <p:cNvSpPr txBox="1"/>
          <p:nvPr/>
        </p:nvSpPr>
        <p:spPr>
          <a:xfrm>
            <a:off x="1097280" y="6236208"/>
            <a:ext cx="10058400" cy="256032"/>
          </a:xfrm>
          <a:prstGeom prst="rect">
            <a:avLst/>
          </a:prstGeom>
          <a:noFill/>
        </p:spPr>
        <p:txBody>
          <a:bodyPr wrap="square">
            <a:spAutoFit/>
          </a:bodyPr>
          <a:lstStyle/>
          <a:p>
            <a:pPr algn="l"/>
            <a:r>
              <a:rPr sz="800" b="0" i="1">
                <a:solidFill>
                  <a:srgbClr val="44546A"/>
                </a:solidFill>
                <a:latin typeface="DM Sans"/>
              </a:rPr>
              <a:t>Base: all respondents (n=200)</a:t>
            </a:r>
          </a:p>
        </p:txBody>
      </p:sp>
      <p:sp>
        <p:nvSpPr>
          <p:cNvPr id="6" name="Oval 5"/>
          <p:cNvSpPr/>
          <p:nvPr/>
        </p:nvSpPr>
        <p:spPr>
          <a:xfrm>
            <a:off x="11548872" y="6217920"/>
            <a:ext cx="274320" cy="274320"/>
          </a:xfrm>
          <a:prstGeom prst="ellipse">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48872" y="6250838"/>
            <a:ext cx="274320" cy="208483"/>
          </a:xfrm>
          <a:prstGeom prst="rect">
            <a:avLst/>
          </a:prstGeom>
          <a:noFill/>
        </p:spPr>
        <p:txBody>
          <a:bodyPr wrap="square">
            <a:spAutoFit/>
          </a:bodyPr>
          <a:lstStyle/>
          <a:p>
            <a:pPr algn="ctr"/>
            <a:r>
              <a:rPr sz="1000" b="1" i="0">
                <a:solidFill>
                  <a:srgbClr val="FFFFFF"/>
                </a:solidFill>
                <a:latin typeface="DM Sans"/>
              </a:rPr>
              <a:t>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2" sz="quarter"/>
          </p:nvPr>
        </p:nvSpPr>
        <p:spPr/>
        <p:txBody>
          <a:bodyPr/>
          <a:lstStyle/>
          <a:p>
            <a:r>
              <a:t>Base: all respondents (n=200)</a:t>
            </a:r>
          </a:p>
        </p:txBody>
      </p:sp>
      <p:sp>
        <p:nvSpPr>
          <p:cNvPr id="3" name="Title 2"/>
          <p:cNvSpPr>
            <a:spLocks noGrp="1"/>
          </p:cNvSpPr>
          <p:nvPr>
            <p:ph type="title"/>
          </p:nvPr>
        </p:nvSpPr>
        <p:spPr/>
        <p:txBody>
          <a:bodyPr/>
          <a:lstStyle/>
          <a:p>
            <a:r>
              <a:t>Concern about the issue</a:t>
            </a:r>
          </a:p>
        </p:txBody>
      </p:sp>
      <p:sp>
        <p:nvSpPr>
          <p:cNvPr id="4" name="Text Placeholder 3"/>
          <p:cNvSpPr>
            <a:spLocks noGrp="1"/>
          </p:cNvSpPr>
          <p:nvPr>
            <p:ph type="body" idx="21" sz="quarter"/>
          </p:nvPr>
        </p:nvSpPr>
        <p:spPr/>
        <p:txBody>
          <a:bodyPr/>
          <a:lstStyle/>
          <a:p>
            <a:r>
              <a:t>How concerned are you about this issue in your community? (%)</a:t>
            </a:r>
          </a:p>
        </p:txBody>
      </p:sp>
      <p:pic>
        <p:nvPicPr>
          <p:cNvPr id="5" name="Picture 4" descr="image.png"/>
          <p:cNvPicPr>
            <a:picLocks noChangeAspect="1"/>
          </p:cNvPicPr>
          <p:nvPr/>
        </p:nvPicPr>
        <p:blipFill>
          <a:blip r:embed="rId2"/>
          <a:stretch>
            <a:fillRect/>
          </a:stretch>
        </p:blipFill>
        <p:spPr>
          <a:xfrm>
            <a:off x="310896" y="1709928"/>
            <a:ext cx="5303520" cy="4251960"/>
          </a:xfrm>
          <a:prstGeom prst="rect">
            <a:avLst/>
          </a:prstGeom>
        </p:spPr>
      </p:pic>
      <p:sp>
        <p:nvSpPr>
          <p:cNvPr id="6" name="Oval 5"/>
          <p:cNvSpPr/>
          <p:nvPr/>
        </p:nvSpPr>
        <p:spPr>
          <a:xfrm>
            <a:off x="4674133" y="2235470"/>
            <a:ext cx="938832" cy="938832"/>
          </a:xfrm>
          <a:prstGeom prst="ellipse">
            <a:avLst/>
          </a:prstGeom>
          <a:solidFill>
            <a:srgbClr val="00BD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74133" y="2291800"/>
            <a:ext cx="938832" cy="488193"/>
          </a:xfrm>
          <a:prstGeom prst="rect">
            <a:avLst/>
          </a:prstGeom>
          <a:noFill/>
        </p:spPr>
        <p:txBody>
          <a:bodyPr wrap="none">
            <a:spAutoFit/>
          </a:bodyPr>
          <a:lstStyle/>
          <a:p>
            <a:pPr algn="ctr"/>
            <a:r>
              <a:rPr sz="3100" b="1">
                <a:solidFill>
                  <a:srgbClr val="FFFFFF"/>
                </a:solidFill>
                <a:latin typeface="DM Sans"/>
              </a:rPr>
              <a:t>60</a:t>
            </a:r>
            <a:r>
              <a:rPr sz="2000" b="1">
                <a:solidFill>
                  <a:srgbClr val="FFFFFF"/>
                </a:solidFill>
                <a:latin typeface="DM Sans"/>
              </a:rPr>
              <a:t>%</a:t>
            </a:r>
          </a:p>
        </p:txBody>
      </p:sp>
      <p:sp>
        <p:nvSpPr>
          <p:cNvPr id="8" name="TextBox 7"/>
          <p:cNvSpPr txBox="1"/>
          <p:nvPr/>
        </p:nvSpPr>
        <p:spPr>
          <a:xfrm>
            <a:off x="4486367" y="2761216"/>
            <a:ext cx="1314365" cy="356756"/>
          </a:xfrm>
          <a:prstGeom prst="rect">
            <a:avLst/>
          </a:prstGeom>
          <a:noFill/>
        </p:spPr>
        <p:txBody>
          <a:bodyPr wrap="none">
            <a:spAutoFit/>
          </a:bodyPr>
          <a:lstStyle/>
          <a:p>
            <a:pPr algn="ctr"/>
            <a:r>
              <a:rPr sz="800" b="0" i="0">
                <a:solidFill>
                  <a:srgbClr val="FFFFFF"/>
                </a:solidFill>
                <a:latin typeface="DM Sans"/>
              </a:rPr>
              <a:t>Concerned</a:t>
            </a:r>
          </a:p>
        </p:txBody>
      </p:sp>
      <p:sp>
        <p:nvSpPr>
          <p:cNvPr id="9" name="Oval 8"/>
          <p:cNvSpPr/>
          <p:nvPr/>
        </p:nvSpPr>
        <p:spPr>
          <a:xfrm>
            <a:off x="3079752" y="4629493"/>
            <a:ext cx="844949" cy="844949"/>
          </a:xfrm>
          <a:prstGeom prst="ellipse">
            <a:avLst/>
          </a:prstGeom>
          <a:solidFill>
            <a:srgbClr val="A320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79752" y="4680190"/>
            <a:ext cx="844949" cy="439373"/>
          </a:xfrm>
          <a:prstGeom prst="rect">
            <a:avLst/>
          </a:prstGeom>
          <a:noFill/>
        </p:spPr>
        <p:txBody>
          <a:bodyPr wrap="none">
            <a:spAutoFit/>
          </a:bodyPr>
          <a:lstStyle/>
          <a:p>
            <a:pPr algn="ctr"/>
            <a:r>
              <a:rPr sz="2800" b="1">
                <a:solidFill>
                  <a:srgbClr val="FFFFFF"/>
                </a:solidFill>
                <a:latin typeface="DM Sans"/>
              </a:rPr>
              <a:t>15</a:t>
            </a:r>
            <a:r>
              <a:rPr sz="1800" b="1">
                <a:solidFill>
                  <a:srgbClr val="FFFFFF"/>
                </a:solidFill>
                <a:latin typeface="DM Sans"/>
              </a:rPr>
              <a:t>%</a:t>
            </a:r>
          </a:p>
        </p:txBody>
      </p:sp>
      <p:sp>
        <p:nvSpPr>
          <p:cNvPr id="11" name="TextBox 10"/>
          <p:cNvSpPr txBox="1"/>
          <p:nvPr/>
        </p:nvSpPr>
        <p:spPr>
          <a:xfrm>
            <a:off x="2910762" y="5102665"/>
            <a:ext cx="1182929" cy="321080"/>
          </a:xfrm>
          <a:prstGeom prst="rect">
            <a:avLst/>
          </a:prstGeom>
          <a:noFill/>
        </p:spPr>
        <p:txBody>
          <a:bodyPr wrap="none">
            <a:spAutoFit/>
          </a:bodyPr>
          <a:lstStyle/>
          <a:p>
            <a:pPr algn="ctr"/>
            <a:r>
              <a:rPr sz="600" b="0" i="0">
                <a:solidFill>
                  <a:srgbClr val="FFFFFF"/>
                </a:solidFill>
                <a:latin typeface="DM Sans"/>
              </a:rPr>
              <a:t>Not concerned</a:t>
            </a:r>
          </a:p>
        </p:txBody>
      </p:sp>
      <p:sp>
        <p:nvSpPr>
          <p:cNvPr id="12" name="TextBox 11"/>
          <p:cNvSpPr txBox="1"/>
          <p:nvPr/>
        </p:nvSpPr>
        <p:spPr>
          <a:xfrm>
            <a:off x="7379208" y="1709928"/>
            <a:ext cx="4453128" cy="4251960"/>
          </a:xfrm>
          <a:prstGeom prst="rect">
            <a:avLst/>
          </a:prstGeom>
          <a:noFill/>
        </p:spPr>
        <p:txBody>
          <a:bodyPr wrap="square">
            <a:spAutoFit/>
          </a:bodyPr>
          <a:lstStyle/>
          <a:p>
            <a:r>
              <a:rPr sz="1400" b="0">
                <a:solidFill>
                  <a:srgbClr val="44546A"/>
                </a:solidFill>
                <a:latin typeface="DM Sans"/>
              </a:rPr>
              <a:t>Concern by age group:</a:t>
            </a:r>
          </a:p>
          <a:p>
            <a:r>
              <a:rPr sz="1400" b="0">
                <a:solidFill>
                  <a:srgbClr val="44546A"/>
                </a:solidFill>
                <a:latin typeface="DM Sans"/>
              </a:rPr>
              <a:t>– 18–24:   XX% very/extremely concerned</a:t>
            </a:r>
          </a:p>
          <a:p>
            <a:r>
              <a:rPr sz="1400" b="0">
                <a:solidFill>
                  <a:srgbClr val="44546A"/>
                </a:solidFill>
                <a:latin typeface="DM Sans"/>
              </a:rPr>
              <a:t>– 25–34:   XX%</a:t>
            </a:r>
          </a:p>
          <a:p>
            <a:r>
              <a:rPr sz="1400" b="0">
                <a:solidFill>
                  <a:srgbClr val="44546A"/>
                </a:solidFill>
                <a:latin typeface="DM Sans"/>
              </a:rPr>
              <a:t>– 35–44:   XX%</a:t>
            </a:r>
          </a:p>
          <a:p>
            <a:r>
              <a:rPr sz="1400" b="0">
                <a:solidFill>
                  <a:srgbClr val="44546A"/>
                </a:solidFill>
                <a:latin typeface="DM Sans"/>
              </a:rPr>
              <a:t>– 45–54:   XX%</a:t>
            </a:r>
          </a:p>
          <a:p>
            <a:r>
              <a:rPr sz="1400" b="0">
                <a:solidFill>
                  <a:srgbClr val="44546A"/>
                </a:solidFill>
                <a:latin typeface="DM Sans"/>
              </a:rPr>
              <a:t>– 55+:     XX%</a:t>
            </a:r>
          </a:p>
          <a:p>
            <a:r>
              <a:rPr sz="1400" b="0">
                <a:solidFill>
                  <a:srgbClr val="44546A"/>
                </a:solidFill>
                <a:latin typeface="DM Sans"/>
              </a:rPr>
              <a:t/>
            </a:r>
          </a:p>
          <a:p>
            <a:r>
              <a:rPr sz="1400" b="0">
                <a:solidFill>
                  <a:srgbClr val="44546A"/>
                </a:solidFill>
                <a:latin typeface="DM Sans"/>
              </a:rPr>
              <a:t>Concern by region:</a:t>
            </a:r>
          </a:p>
          <a:p>
            <a:r>
              <a:rPr sz="1400" b="0">
                <a:solidFill>
                  <a:srgbClr val="44546A"/>
                </a:solidFill>
                <a:latin typeface="DM Sans"/>
              </a:rPr>
              <a:t>– Metro:      XX%</a:t>
            </a:r>
          </a:p>
          <a:p>
            <a:r>
              <a:rPr sz="1400" b="0">
                <a:solidFill>
                  <a:srgbClr val="44546A"/>
                </a:solidFill>
                <a:latin typeface="DM Sans"/>
              </a:rPr>
              <a:t>– Regional:   XX%</a:t>
            </a:r>
          </a:p>
          <a:p>
            <a:r>
              <a:rPr sz="1400" b="0">
                <a:solidFill>
                  <a:srgbClr val="44546A"/>
                </a:solidFill>
                <a:latin typeface="DM Sans"/>
              </a:rPr>
              <a:t>– Rural:      XX%</a:t>
            </a:r>
          </a:p>
        </p:txBody>
      </p:sp>
      <p:sp>
        <p:nvSpPr>
          <p:cNvPr id="13" name="Oval 12"/>
          <p:cNvSpPr/>
          <p:nvPr/>
        </p:nvSpPr>
        <p:spPr>
          <a:xfrm>
            <a:off x="11548872" y="6217920"/>
            <a:ext cx="274320" cy="274320"/>
          </a:xfrm>
          <a:prstGeom prst="ellipse">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548872" y="6250838"/>
            <a:ext cx="274320" cy="208483"/>
          </a:xfrm>
          <a:prstGeom prst="rect">
            <a:avLst/>
          </a:prstGeom>
          <a:noFill/>
        </p:spPr>
        <p:txBody>
          <a:bodyPr wrap="square">
            <a:spAutoFit/>
          </a:bodyPr>
          <a:lstStyle/>
          <a:p>
            <a:pPr algn="ctr"/>
            <a:r>
              <a:rPr sz="1000" b="1" i="0">
                <a:solidFill>
                  <a:srgbClr val="FFFFFF"/>
                </a:solidFill>
                <a:latin typeface="DM Sans"/>
              </a:rPr>
              <a:t>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2" sz="quarter"/>
          </p:nvPr>
        </p:nvSpPr>
        <p:spPr/>
        <p:txBody>
          <a:bodyPr/>
          <a:lstStyle/>
          <a:p>
            <a:r>
              <a:t>Base: all respondents (n=200)</a:t>
            </a:r>
          </a:p>
        </p:txBody>
      </p:sp>
      <p:sp>
        <p:nvSpPr>
          <p:cNvPr id="3" name="Title 2"/>
          <p:cNvSpPr>
            <a:spLocks noGrp="1"/>
          </p:cNvSpPr>
          <p:nvPr>
            <p:ph type="title"/>
          </p:nvPr>
        </p:nvSpPr>
        <p:spPr/>
        <p:txBody>
          <a:bodyPr/>
          <a:lstStyle/>
          <a:p>
            <a:r>
              <a:t>Rating — government handling of this issue</a:t>
            </a:r>
          </a:p>
        </p:txBody>
      </p:sp>
      <p:sp>
        <p:nvSpPr>
          <p:cNvPr id="4" name="Text Placeholder 3"/>
          <p:cNvSpPr>
            <a:spLocks noGrp="1"/>
          </p:cNvSpPr>
          <p:nvPr>
            <p:ph type="body" idx="21" sz="quarter"/>
          </p:nvPr>
        </p:nvSpPr>
        <p:spPr/>
        <p:txBody>
          <a:bodyPr/>
          <a:lstStyle/>
          <a:p>
            <a:r>
              <a:t>The government is handling this issue effectively. (%)</a:t>
            </a:r>
          </a:p>
        </p:txBody>
      </p:sp>
      <p:pic>
        <p:nvPicPr>
          <p:cNvPr id="5" name="Picture 4" descr="image.png"/>
          <p:cNvPicPr>
            <a:picLocks noChangeAspect="1"/>
          </p:cNvPicPr>
          <p:nvPr/>
        </p:nvPicPr>
        <p:blipFill>
          <a:blip r:embed="rId2"/>
          <a:stretch>
            <a:fillRect/>
          </a:stretch>
        </p:blipFill>
        <p:spPr>
          <a:xfrm>
            <a:off x="310896" y="1709928"/>
            <a:ext cx="5303520" cy="4251960"/>
          </a:xfrm>
          <a:prstGeom prst="rect">
            <a:avLst/>
          </a:prstGeom>
        </p:spPr>
      </p:pic>
      <p:sp>
        <p:nvSpPr>
          <p:cNvPr id="6" name="Oval 5"/>
          <p:cNvSpPr/>
          <p:nvPr/>
        </p:nvSpPr>
        <p:spPr>
          <a:xfrm>
            <a:off x="3532724" y="2235470"/>
            <a:ext cx="938832" cy="938832"/>
          </a:xfrm>
          <a:prstGeom prst="ellipse">
            <a:avLst/>
          </a:prstGeom>
          <a:solidFill>
            <a:srgbClr val="00BD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32724" y="2291800"/>
            <a:ext cx="938832" cy="488193"/>
          </a:xfrm>
          <a:prstGeom prst="rect">
            <a:avLst/>
          </a:prstGeom>
          <a:noFill/>
        </p:spPr>
        <p:txBody>
          <a:bodyPr wrap="none">
            <a:spAutoFit/>
          </a:bodyPr>
          <a:lstStyle/>
          <a:p>
            <a:pPr algn="ctr"/>
            <a:r>
              <a:rPr sz="3100" b="1">
                <a:solidFill>
                  <a:srgbClr val="FFFFFF"/>
                </a:solidFill>
                <a:latin typeface="DM Sans"/>
              </a:rPr>
              <a:t>23</a:t>
            </a:r>
            <a:r>
              <a:rPr sz="2000" b="1">
                <a:solidFill>
                  <a:srgbClr val="FFFFFF"/>
                </a:solidFill>
                <a:latin typeface="DM Sans"/>
              </a:rPr>
              <a:t>%</a:t>
            </a:r>
          </a:p>
        </p:txBody>
      </p:sp>
      <p:sp>
        <p:nvSpPr>
          <p:cNvPr id="8" name="TextBox 7"/>
          <p:cNvSpPr txBox="1"/>
          <p:nvPr/>
        </p:nvSpPr>
        <p:spPr>
          <a:xfrm>
            <a:off x="3344957" y="2761216"/>
            <a:ext cx="1314365" cy="356756"/>
          </a:xfrm>
          <a:prstGeom prst="rect">
            <a:avLst/>
          </a:prstGeom>
          <a:noFill/>
        </p:spPr>
        <p:txBody>
          <a:bodyPr wrap="none">
            <a:spAutoFit/>
          </a:bodyPr>
          <a:lstStyle/>
          <a:p>
            <a:pPr algn="ctr"/>
            <a:r>
              <a:rPr sz="1600" b="0" i="0">
                <a:solidFill>
                  <a:srgbClr val="FFFFFF"/>
                </a:solidFill>
                <a:latin typeface="DM Sans"/>
              </a:rPr>
              <a:t>Agree</a:t>
            </a:r>
          </a:p>
        </p:txBody>
      </p:sp>
      <p:sp>
        <p:nvSpPr>
          <p:cNvPr id="9" name="Oval 8"/>
          <p:cNvSpPr/>
          <p:nvPr/>
        </p:nvSpPr>
        <p:spPr>
          <a:xfrm>
            <a:off x="4661761" y="4629493"/>
            <a:ext cx="844949" cy="844949"/>
          </a:xfrm>
          <a:prstGeom prst="ellipse">
            <a:avLst/>
          </a:prstGeom>
          <a:solidFill>
            <a:srgbClr val="A320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61761" y="4680190"/>
            <a:ext cx="844949" cy="439373"/>
          </a:xfrm>
          <a:prstGeom prst="rect">
            <a:avLst/>
          </a:prstGeom>
          <a:noFill/>
        </p:spPr>
        <p:txBody>
          <a:bodyPr wrap="none">
            <a:spAutoFit/>
          </a:bodyPr>
          <a:lstStyle/>
          <a:p>
            <a:pPr algn="ctr"/>
            <a:r>
              <a:rPr sz="2800" b="1">
                <a:solidFill>
                  <a:srgbClr val="FFFFFF"/>
                </a:solidFill>
                <a:latin typeface="DM Sans"/>
              </a:rPr>
              <a:t>60</a:t>
            </a:r>
            <a:r>
              <a:rPr sz="1800" b="1">
                <a:solidFill>
                  <a:srgbClr val="FFFFFF"/>
                </a:solidFill>
                <a:latin typeface="DM Sans"/>
              </a:rPr>
              <a:t>%</a:t>
            </a:r>
          </a:p>
        </p:txBody>
      </p:sp>
      <p:sp>
        <p:nvSpPr>
          <p:cNvPr id="11" name="TextBox 10"/>
          <p:cNvSpPr txBox="1"/>
          <p:nvPr/>
        </p:nvSpPr>
        <p:spPr>
          <a:xfrm>
            <a:off x="4492771" y="5102665"/>
            <a:ext cx="1182929" cy="321080"/>
          </a:xfrm>
          <a:prstGeom prst="rect">
            <a:avLst/>
          </a:prstGeom>
          <a:noFill/>
        </p:spPr>
        <p:txBody>
          <a:bodyPr wrap="none">
            <a:spAutoFit/>
          </a:bodyPr>
          <a:lstStyle/>
          <a:p>
            <a:pPr algn="ctr"/>
            <a:r>
              <a:rPr sz="800" b="0" i="0">
                <a:solidFill>
                  <a:srgbClr val="FFFFFF"/>
                </a:solidFill>
                <a:latin typeface="DM Sans"/>
              </a:rPr>
              <a:t>Disagree</a:t>
            </a:r>
          </a:p>
        </p:txBody>
      </p:sp>
      <p:sp>
        <p:nvSpPr>
          <p:cNvPr id="12" name="TextBox 11"/>
          <p:cNvSpPr txBox="1"/>
          <p:nvPr/>
        </p:nvSpPr>
        <p:spPr>
          <a:xfrm>
            <a:off x="7379208" y="1709928"/>
            <a:ext cx="4453128" cy="4251960"/>
          </a:xfrm>
          <a:prstGeom prst="rect">
            <a:avLst/>
          </a:prstGeom>
          <a:noFill/>
        </p:spPr>
        <p:txBody>
          <a:bodyPr wrap="square">
            <a:spAutoFit/>
          </a:bodyPr>
          <a:lstStyle/>
          <a:p>
            <a:r>
              <a:rPr sz="1400" b="0">
                <a:solidFill>
                  <a:srgbClr val="44546A"/>
                </a:solidFill>
                <a:latin typeface="DM Sans"/>
              </a:rPr>
              <a:t>Scepticism about government performance</a:t>
            </a:r>
          </a:p>
          <a:p>
            <a:r>
              <a:rPr sz="1400" b="0">
                <a:solidFill>
                  <a:srgbClr val="44546A"/>
                </a:solidFill>
                <a:latin typeface="DM Sans"/>
              </a:rPr>
              <a:t>is consistent across all demographics.</a:t>
            </a:r>
          </a:p>
          <a:p>
            <a:r>
              <a:rPr sz="1400" b="0">
                <a:solidFill>
                  <a:srgbClr val="44546A"/>
                </a:solidFill>
                <a:latin typeface="DM Sans"/>
              </a:rPr>
              <a:t/>
            </a:r>
          </a:p>
          <a:p>
            <a:r>
              <a:rPr sz="1400" b="0">
                <a:solidFill>
                  <a:srgbClr val="44546A"/>
                </a:solidFill>
                <a:latin typeface="DM Sans"/>
              </a:rPr>
              <a:t>Disagreement is highest among:</a:t>
            </a:r>
          </a:p>
          <a:p>
            <a:r>
              <a:rPr sz="1400" b="0">
                <a:solidFill>
                  <a:srgbClr val="44546A"/>
                </a:solidFill>
                <a:latin typeface="DM Sans"/>
              </a:rPr>
              <a:t>– 35–54 year olds (XX%)</a:t>
            </a:r>
          </a:p>
          <a:p>
            <a:r>
              <a:rPr sz="1400" b="0">
                <a:solidFill>
                  <a:srgbClr val="44546A"/>
                </a:solidFill>
                <a:latin typeface="DM Sans"/>
              </a:rPr>
              <a:t>– Regional residents (XX%)</a:t>
            </a:r>
          </a:p>
        </p:txBody>
      </p:sp>
      <p:sp>
        <p:nvSpPr>
          <p:cNvPr id="13" name="Oval 12"/>
          <p:cNvSpPr/>
          <p:nvPr/>
        </p:nvSpPr>
        <p:spPr>
          <a:xfrm>
            <a:off x="11548872" y="6217920"/>
            <a:ext cx="274320" cy="274320"/>
          </a:xfrm>
          <a:prstGeom prst="ellipse">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548872" y="6250838"/>
            <a:ext cx="274320" cy="208483"/>
          </a:xfrm>
          <a:prstGeom prst="rect">
            <a:avLst/>
          </a:prstGeom>
          <a:noFill/>
        </p:spPr>
        <p:txBody>
          <a:bodyPr wrap="square">
            <a:spAutoFit/>
          </a:bodyPr>
          <a:lstStyle/>
          <a:p>
            <a:pPr algn="ctr"/>
            <a:r>
              <a:rPr sz="1000" b="1" i="0">
                <a:solidFill>
                  <a:srgbClr val="FFFFFF"/>
                </a:solidFill>
                <a:latin typeface="DM Sans"/>
              </a:rPr>
              <a:t>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8" y="2743200"/>
            <a:ext cx="10972800" cy="1097280"/>
          </a:xfrm>
          <a:prstGeom prst="rect">
            <a:avLst/>
          </a:prstGeom>
          <a:noFill/>
        </p:spPr>
        <p:txBody>
          <a:bodyPr wrap="square">
            <a:spAutoFit/>
          </a:bodyPr>
          <a:lstStyle/>
          <a:p>
            <a:pPr algn="l"/>
            <a:r>
              <a:rPr sz="2800" b="1" i="0">
                <a:solidFill>
                  <a:srgbClr val="FFFFFF"/>
                </a:solidFill>
                <a:latin typeface="DM Sans"/>
              </a:rPr>
              <a:t>Attitudes &amp; Beliefs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Agreement — statements about the issue</a:t>
            </a:r>
          </a:p>
        </p:txBody>
      </p:sp>
      <p:sp>
        <p:nvSpPr>
          <p:cNvPr id="3" name="Text Placeholder 2"/>
          <p:cNvSpPr>
            <a:spLocks noGrp="1"/>
          </p:cNvSpPr>
          <p:nvPr>
            <p:ph type="body" idx="21" sz="quarter"/>
          </p:nvPr>
        </p:nvSpPr>
        <p:spPr/>
        <p:txBody>
          <a:bodyPr/>
          <a:lstStyle/>
          <a:p>
            <a:r>
              <a:t>How strongly do you agree or disagree with each of the following statements? (%)</a:t>
            </a:r>
          </a:p>
        </p:txBody>
      </p:sp>
      <p:sp>
        <p:nvSpPr>
          <p:cNvPr id="4" name="Text Placeholder 3"/>
          <p:cNvSpPr>
            <a:spLocks noGrp="1"/>
          </p:cNvSpPr>
          <p:nvPr>
            <p:ph type="body" idx="22" sz="quarter"/>
          </p:nvPr>
        </p:nvSpPr>
        <p:spPr/>
        <p:txBody>
          <a:bodyPr/>
          <a:lstStyle/>
          <a:p>
            <a:r>
              <a:t>Base: all respondents (n=200)</a:t>
            </a:r>
          </a:p>
        </p:txBody>
      </p:sp>
      <p:pic>
        <p:nvPicPr>
          <p:cNvPr id="5" name="Picture 4" descr="image.png"/>
          <p:cNvPicPr>
            <a:picLocks noChangeAspect="1"/>
          </p:cNvPicPr>
          <p:nvPr/>
        </p:nvPicPr>
        <p:blipFill>
          <a:blip r:embed="rId2"/>
          <a:stretch>
            <a:fillRect/>
          </a:stretch>
        </p:blipFill>
        <p:spPr>
          <a:xfrm>
            <a:off x="310896" y="2199132"/>
            <a:ext cx="8229600" cy="3657600"/>
          </a:xfrm>
          <a:prstGeom prst="rect">
            <a:avLst/>
          </a:prstGeom>
        </p:spPr>
      </p:pic>
      <p:sp>
        <p:nvSpPr>
          <p:cNvPr id="6" name="TextBox 5"/>
          <p:cNvSpPr txBox="1"/>
          <p:nvPr/>
        </p:nvSpPr>
        <p:spPr>
          <a:xfrm>
            <a:off x="8686800" y="2199132"/>
            <a:ext cx="3136391" cy="3657600"/>
          </a:xfrm>
          <a:prstGeom prst="rect">
            <a:avLst/>
          </a:prstGeom>
          <a:noFill/>
        </p:spPr>
        <p:txBody>
          <a:bodyPr wrap="square">
            <a:spAutoFit/>
          </a:bodyPr>
          <a:lstStyle/>
          <a:p>
            <a:r>
              <a:rPr sz="1400" b="0">
                <a:solidFill>
                  <a:srgbClr val="44546A"/>
                </a:solidFill>
                <a:latin typeface="DM Sans"/>
              </a:rPr>
              <a:t>Total agree by statement:</a:t>
            </a:r>
          </a:p>
          <a:p>
            <a:r>
              <a:rPr sz="1400" b="0">
                <a:solidFill>
                  <a:srgbClr val="44546A"/>
                </a:solidFill>
                <a:latin typeface="DM Sans"/>
              </a:rPr>
              <a:t>– Community impact:   XX%</a:t>
            </a:r>
          </a:p>
          <a:p>
            <a:r>
              <a:rPr sz="1400" b="0">
                <a:solidFill>
                  <a:srgbClr val="44546A"/>
                </a:solidFill>
                <a:latin typeface="DM Sans"/>
              </a:rPr>
              <a:t>– Govt leadership:    XX%</a:t>
            </a:r>
          </a:p>
          <a:p>
            <a:r>
              <a:rPr sz="1400" b="0">
                <a:solidFill>
                  <a:srgbClr val="44546A"/>
                </a:solidFill>
                <a:latin typeface="DM Sans"/>
              </a:rPr>
              <a:t>– Local action:       XX%</a:t>
            </a:r>
          </a:p>
          <a:p>
            <a:r>
              <a:rPr sz="1400" b="0">
                <a:solidFill>
                  <a:srgbClr val="44546A"/>
                </a:solidFill>
                <a:latin typeface="DM Sans"/>
              </a:rPr>
              <a:t/>
            </a:r>
          </a:p>
          <a:p>
            <a:r>
              <a:rPr sz="1400" b="0">
                <a:solidFill>
                  <a:srgbClr val="44546A"/>
                </a:solidFill>
                <a:latin typeface="DM Sans"/>
              </a:rPr>
              <a:t>Agreement is broadly consistent</a:t>
            </a:r>
          </a:p>
          <a:p>
            <a:r>
              <a:rPr sz="1400" b="0">
                <a:solidFill>
                  <a:srgbClr val="44546A"/>
                </a:solidFill>
                <a:latin typeface="DM Sans"/>
              </a:rPr>
              <a:t>across age groups and regions.</a:t>
            </a:r>
          </a:p>
        </p:txBody>
      </p:sp>
      <p:sp>
        <p:nvSpPr>
          <p:cNvPr id="7" name="Oval 6"/>
          <p:cNvSpPr/>
          <p:nvPr/>
        </p:nvSpPr>
        <p:spPr>
          <a:xfrm>
            <a:off x="11548872" y="6217920"/>
            <a:ext cx="274320" cy="274320"/>
          </a:xfrm>
          <a:prstGeom prst="ellipse">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48872" y="6250838"/>
            <a:ext cx="274320" cy="208483"/>
          </a:xfrm>
          <a:prstGeom prst="rect">
            <a:avLst/>
          </a:prstGeom>
          <a:noFill/>
        </p:spPr>
        <p:txBody>
          <a:bodyPr wrap="square">
            <a:spAutoFit/>
          </a:bodyPr>
          <a:lstStyle/>
          <a:p>
            <a:pPr algn="ctr"/>
            <a:r>
              <a:rPr sz="1000" b="1" i="0">
                <a:solidFill>
                  <a:srgbClr val="FFFFFF"/>
                </a:solidFill>
                <a:latin typeface="DM Sans"/>
              </a:rPr>
              <a:t>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2" sz="quarter"/>
          </p:nvPr>
        </p:nvSpPr>
        <p:spPr/>
        <p:txBody>
          <a:bodyPr/>
          <a:lstStyle/>
          <a:p>
            <a:r>
              <a:t>Base: all respondents (n=200)</a:t>
            </a:r>
          </a:p>
        </p:txBody>
      </p:sp>
      <p:sp>
        <p:nvSpPr>
          <p:cNvPr id="3" name="Title 2"/>
          <p:cNvSpPr>
            <a:spLocks noGrp="1"/>
          </p:cNvSpPr>
          <p:nvPr>
            <p:ph type="title"/>
          </p:nvPr>
        </p:nvSpPr>
        <p:spPr/>
        <p:txBody>
          <a:bodyPr/>
          <a:lstStyle/>
          <a:p>
            <a:r>
              <a:t>Support for action</a:t>
            </a:r>
          </a:p>
        </p:txBody>
      </p:sp>
      <p:sp>
        <p:nvSpPr>
          <p:cNvPr id="4" name="Text Placeholder 3"/>
          <p:cNvSpPr>
            <a:spLocks noGrp="1"/>
          </p:cNvSpPr>
          <p:nvPr>
            <p:ph type="body" idx="21" sz="quarter"/>
          </p:nvPr>
        </p:nvSpPr>
        <p:spPr/>
        <p:txBody>
          <a:bodyPr/>
          <a:lstStyle/>
          <a:p>
            <a:r>
              <a:t>Do you support taking action on this issue? (%)</a:t>
            </a:r>
          </a:p>
        </p:txBody>
      </p:sp>
      <p:pic>
        <p:nvPicPr>
          <p:cNvPr id="5" name="Picture 4" descr="image.png"/>
          <p:cNvPicPr>
            <a:picLocks noChangeAspect="1"/>
          </p:cNvPicPr>
          <p:nvPr/>
        </p:nvPicPr>
        <p:blipFill>
          <a:blip r:embed="rId2"/>
          <a:stretch>
            <a:fillRect/>
          </a:stretch>
        </p:blipFill>
        <p:spPr>
          <a:xfrm>
            <a:off x="310896" y="1709928"/>
            <a:ext cx="5303520" cy="4114800"/>
          </a:xfrm>
          <a:prstGeom prst="rect">
            <a:avLst/>
          </a:prstGeom>
        </p:spPr>
      </p:pic>
      <p:sp>
        <p:nvSpPr>
          <p:cNvPr id="6" name="TextBox 5"/>
          <p:cNvSpPr txBox="1"/>
          <p:nvPr/>
        </p:nvSpPr>
        <p:spPr>
          <a:xfrm>
            <a:off x="7379208" y="1709928"/>
            <a:ext cx="4453128" cy="4114800"/>
          </a:xfrm>
          <a:prstGeom prst="rect">
            <a:avLst/>
          </a:prstGeom>
          <a:noFill/>
        </p:spPr>
        <p:txBody>
          <a:bodyPr wrap="square">
            <a:spAutoFit/>
          </a:bodyPr>
          <a:lstStyle/>
          <a:p>
            <a:r>
              <a:rPr sz="1400" b="0">
                <a:solidFill>
                  <a:srgbClr val="44546A"/>
                </a:solidFill>
                <a:latin typeface="DM Sans"/>
              </a:rPr>
              <a:t>Strong majority support for action.</a:t>
            </a:r>
          </a:p>
          <a:p>
            <a:r>
              <a:rPr sz="1400" b="0">
                <a:solidFill>
                  <a:srgbClr val="44546A"/>
                </a:solidFill>
                <a:latin typeface="DM Sans"/>
              </a:rPr>
              <a:t/>
            </a:r>
          </a:p>
          <a:p>
            <a:r>
              <a:rPr sz="1400" b="0">
                <a:solidFill>
                  <a:srgbClr val="44546A"/>
                </a:solidFill>
                <a:latin typeface="DM Sans"/>
              </a:rPr>
              <a:t>Support is highest among:</a:t>
            </a:r>
          </a:p>
          <a:p>
            <a:r>
              <a:rPr sz="1400" b="0">
                <a:solidFill>
                  <a:srgbClr val="44546A"/>
                </a:solidFill>
                <a:latin typeface="DM Sans"/>
              </a:rPr>
              <a:t>– 35–54 year olds (XX%)</a:t>
            </a:r>
          </a:p>
          <a:p>
            <a:r>
              <a:rPr sz="1400" b="0">
                <a:solidFill>
                  <a:srgbClr val="44546A"/>
                </a:solidFill>
                <a:latin typeface="DM Sans"/>
              </a:rPr>
              <a:t>– Metro residents (XX%)</a:t>
            </a:r>
          </a:p>
        </p:txBody>
      </p:sp>
      <p:sp>
        <p:nvSpPr>
          <p:cNvPr id="7" name="Oval 6"/>
          <p:cNvSpPr/>
          <p:nvPr/>
        </p:nvSpPr>
        <p:spPr>
          <a:xfrm>
            <a:off x="11548872" y="6217920"/>
            <a:ext cx="274320" cy="274320"/>
          </a:xfrm>
          <a:prstGeom prst="ellipse">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48872" y="6250838"/>
            <a:ext cx="274320" cy="208483"/>
          </a:xfrm>
          <a:prstGeom prst="rect">
            <a:avLst/>
          </a:prstGeom>
          <a:noFill/>
        </p:spPr>
        <p:txBody>
          <a:bodyPr wrap="square">
            <a:spAutoFit/>
          </a:bodyPr>
          <a:lstStyle/>
          <a:p>
            <a:pPr algn="ctr"/>
            <a:r>
              <a:rPr sz="1000" b="1" i="0">
                <a:solidFill>
                  <a:srgbClr val="FFFFFF"/>
                </a:solidFill>
                <a:latin typeface="DM Sans"/>
              </a:rPr>
              <a:t>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Attitudes — broader community views</a:t>
            </a:r>
          </a:p>
        </p:txBody>
      </p:sp>
      <p:sp>
        <p:nvSpPr>
          <p:cNvPr id="3" name="Text Placeholder 2"/>
          <p:cNvSpPr>
            <a:spLocks noGrp="1"/>
          </p:cNvSpPr>
          <p:nvPr>
            <p:ph type="body" idx="21" sz="quarter"/>
          </p:nvPr>
        </p:nvSpPr>
        <p:spPr/>
        <p:txBody>
          <a:bodyPr/>
          <a:lstStyle/>
          <a:p>
            <a:r>
              <a:t>How strongly do you agree or disagree with each of the following statements? (%)</a:t>
            </a:r>
          </a:p>
        </p:txBody>
      </p:sp>
      <p:sp>
        <p:nvSpPr>
          <p:cNvPr id="4" name="Text Placeholder 3"/>
          <p:cNvSpPr>
            <a:spLocks noGrp="1"/>
          </p:cNvSpPr>
          <p:nvPr>
            <p:ph type="body" idx="22" sz="quarter"/>
          </p:nvPr>
        </p:nvSpPr>
        <p:spPr/>
        <p:txBody>
          <a:bodyPr/>
          <a:lstStyle/>
          <a:p>
            <a:r>
              <a:t>Base: all respondents (n=200)</a:t>
            </a:r>
          </a:p>
        </p:txBody>
      </p:sp>
      <p:pic>
        <p:nvPicPr>
          <p:cNvPr id="5" name="Picture 4" descr="image.png"/>
          <p:cNvPicPr>
            <a:picLocks noChangeAspect="1"/>
          </p:cNvPicPr>
          <p:nvPr/>
        </p:nvPicPr>
        <p:blipFill>
          <a:blip r:embed="rId2"/>
          <a:stretch>
            <a:fillRect/>
          </a:stretch>
        </p:blipFill>
        <p:spPr>
          <a:xfrm>
            <a:off x="310896" y="2061972"/>
            <a:ext cx="8229600" cy="3931920"/>
          </a:xfrm>
          <a:prstGeom prst="rect">
            <a:avLst/>
          </a:prstGeom>
        </p:spPr>
      </p:pic>
      <p:sp>
        <p:nvSpPr>
          <p:cNvPr id="6" name="TextBox 5"/>
          <p:cNvSpPr txBox="1"/>
          <p:nvPr/>
        </p:nvSpPr>
        <p:spPr>
          <a:xfrm>
            <a:off x="8686800" y="2061972"/>
            <a:ext cx="3136391" cy="3931920"/>
          </a:xfrm>
          <a:prstGeom prst="rect">
            <a:avLst/>
          </a:prstGeom>
          <a:noFill/>
        </p:spPr>
        <p:txBody>
          <a:bodyPr wrap="square">
            <a:spAutoFit/>
          </a:bodyPr>
          <a:lstStyle/>
          <a:p>
            <a:r>
              <a:rPr sz="1400" b="0">
                <a:solidFill>
                  <a:srgbClr val="44546A"/>
                </a:solidFill>
                <a:latin typeface="DM Sans"/>
              </a:rPr>
              <a:t>Urgency and scientific clarity are</a:t>
            </a:r>
          </a:p>
          <a:p>
            <a:r>
              <a:rPr sz="1400" b="0">
                <a:solidFill>
                  <a:srgbClr val="44546A"/>
                </a:solidFill>
                <a:latin typeface="DM Sans"/>
              </a:rPr>
              <a:t>most agreed-with statements.</a:t>
            </a:r>
          </a:p>
          <a:p>
            <a:r>
              <a:rPr sz="1400" b="0">
                <a:solidFill>
                  <a:srgbClr val="44546A"/>
                </a:solidFill>
                <a:latin typeface="DM Sans"/>
              </a:rPr>
              <a:t/>
            </a:r>
          </a:p>
          <a:p>
            <a:r>
              <a:rPr sz="1400" b="0">
                <a:solidFill>
                  <a:srgbClr val="44546A"/>
                </a:solidFill>
                <a:latin typeface="DM Sans"/>
              </a:rPr>
              <a:t>Trust and media coverage attract</a:t>
            </a:r>
          </a:p>
          <a:p>
            <a:r>
              <a:rPr sz="1400" b="0">
                <a:solidFill>
                  <a:srgbClr val="44546A"/>
                </a:solidFill>
                <a:latin typeface="DM Sans"/>
              </a:rPr>
              <a:t>more scepticism.</a:t>
            </a:r>
          </a:p>
        </p:txBody>
      </p:sp>
      <p:sp>
        <p:nvSpPr>
          <p:cNvPr id="7" name="Oval 6"/>
          <p:cNvSpPr/>
          <p:nvPr/>
        </p:nvSpPr>
        <p:spPr>
          <a:xfrm>
            <a:off x="11548872" y="6217920"/>
            <a:ext cx="274320" cy="274320"/>
          </a:xfrm>
          <a:prstGeom prst="ellipse">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48872" y="6250838"/>
            <a:ext cx="274320" cy="208483"/>
          </a:xfrm>
          <a:prstGeom prst="rect">
            <a:avLst/>
          </a:prstGeom>
          <a:noFill/>
        </p:spPr>
        <p:txBody>
          <a:bodyPr wrap="square">
            <a:spAutoFit/>
          </a:bodyPr>
          <a:lstStyle/>
          <a:p>
            <a:pPr algn="ctr"/>
            <a:r>
              <a:rPr sz="1000" b="1" i="0">
                <a:solidFill>
                  <a:srgbClr val="FFFFFF"/>
                </a:solidFill>
                <a:latin typeface="DM Sans"/>
              </a:rPr>
              <a:t>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8" y="2743200"/>
            <a:ext cx="10972800" cy="1097280"/>
          </a:xfrm>
          <a:prstGeom prst="rect">
            <a:avLst/>
          </a:prstGeom>
          <a:noFill/>
        </p:spPr>
        <p:txBody>
          <a:bodyPr wrap="square">
            <a:spAutoFit/>
          </a:bodyPr>
          <a:lstStyle/>
          <a:p>
            <a:pPr algn="l"/>
            <a:r>
              <a:rPr sz="2800" b="1" i="0">
                <a:solidFill>
                  <a:srgbClr val="FFFFFF"/>
                </a:solidFill>
                <a:latin typeface="DM Sans"/>
              </a:rPr>
              <a:t>Demographics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2" sz="quarter"/>
          </p:nvPr>
        </p:nvSpPr>
        <p:spPr/>
        <p:txBody>
          <a:bodyPr/>
          <a:lstStyle/>
          <a:p>
            <a:r>
              <a:t>Base: all respondents (n=200)</a:t>
            </a:r>
          </a:p>
        </p:txBody>
      </p:sp>
      <p:sp>
        <p:nvSpPr>
          <p:cNvPr id="3" name="Title 2"/>
          <p:cNvSpPr>
            <a:spLocks noGrp="1"/>
          </p:cNvSpPr>
          <p:nvPr>
            <p:ph type="title"/>
          </p:nvPr>
        </p:nvSpPr>
        <p:spPr/>
        <p:txBody>
          <a:bodyPr/>
          <a:lstStyle/>
          <a:p>
            <a:r>
              <a:t>Respondent region</a:t>
            </a:r>
          </a:p>
        </p:txBody>
      </p:sp>
      <p:sp>
        <p:nvSpPr>
          <p:cNvPr id="4" name="Text Placeholder 3"/>
          <p:cNvSpPr>
            <a:spLocks noGrp="1"/>
          </p:cNvSpPr>
          <p:nvPr>
            <p:ph type="body" idx="21" sz="quarter"/>
          </p:nvPr>
        </p:nvSpPr>
        <p:spPr/>
        <p:txBody>
          <a:bodyPr/>
          <a:lstStyle/>
          <a:p>
            <a:r>
              <a:t>Which region are you based in? (%)</a:t>
            </a:r>
          </a:p>
        </p:txBody>
      </p:sp>
      <p:pic>
        <p:nvPicPr>
          <p:cNvPr id="5" name="Picture 4" descr="image.png"/>
          <p:cNvPicPr>
            <a:picLocks noChangeAspect="1"/>
          </p:cNvPicPr>
          <p:nvPr/>
        </p:nvPicPr>
        <p:blipFill>
          <a:blip r:embed="rId2"/>
          <a:stretch>
            <a:fillRect/>
          </a:stretch>
        </p:blipFill>
        <p:spPr>
          <a:xfrm>
            <a:off x="310896" y="1709928"/>
            <a:ext cx="5303520" cy="3566160"/>
          </a:xfrm>
          <a:prstGeom prst="rect">
            <a:avLst/>
          </a:prstGeom>
        </p:spPr>
      </p:pic>
      <p:sp>
        <p:nvSpPr>
          <p:cNvPr id="6" name="TextBox 5"/>
          <p:cNvSpPr txBox="1"/>
          <p:nvPr/>
        </p:nvSpPr>
        <p:spPr>
          <a:xfrm>
            <a:off x="7379208" y="1709928"/>
            <a:ext cx="4453128" cy="3566160"/>
          </a:xfrm>
          <a:prstGeom prst="rect">
            <a:avLst/>
          </a:prstGeom>
          <a:noFill/>
        </p:spPr>
        <p:txBody>
          <a:bodyPr wrap="square">
            <a:spAutoFit/>
          </a:bodyPr>
          <a:lstStyle/>
          <a:p>
            <a:r>
              <a:rPr sz="1400" b="0">
                <a:solidFill>
                  <a:srgbClr val="44546A"/>
                </a:solidFill>
                <a:latin typeface="DM Sans"/>
              </a:rPr>
              <a:t>Sample is spread across metro, regional,</a:t>
            </a:r>
          </a:p>
          <a:p>
            <a:r>
              <a:rPr sz="1400" b="0">
                <a:solidFill>
                  <a:srgbClr val="44546A"/>
                </a:solidFill>
                <a:latin typeface="DM Sans"/>
              </a:rPr>
              <a:t>rural and remote areas.</a:t>
            </a:r>
          </a:p>
        </p:txBody>
      </p:sp>
      <p:sp>
        <p:nvSpPr>
          <p:cNvPr id="7" name="Oval 6"/>
          <p:cNvSpPr/>
          <p:nvPr/>
        </p:nvSpPr>
        <p:spPr>
          <a:xfrm>
            <a:off x="11548872" y="6217920"/>
            <a:ext cx="274320" cy="274320"/>
          </a:xfrm>
          <a:prstGeom prst="ellipse">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48872" y="6250838"/>
            <a:ext cx="274320" cy="208483"/>
          </a:xfrm>
          <a:prstGeom prst="rect">
            <a:avLst/>
          </a:prstGeom>
          <a:noFill/>
        </p:spPr>
        <p:txBody>
          <a:bodyPr wrap="square">
            <a:spAutoFit/>
          </a:bodyPr>
          <a:lstStyle/>
          <a:p>
            <a:pPr algn="ctr"/>
            <a:r>
              <a:rPr sz="1000" b="1" i="0">
                <a:solidFill>
                  <a:srgbClr val="FFFFFF"/>
                </a:solidFill>
                <a:latin typeface="DM Sans"/>
              </a:rPr>
              <a:t>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2" sz="quarter"/>
          </p:nvPr>
        </p:nvSpPr>
        <p:spPr/>
        <p:txBody>
          <a:bodyPr/>
          <a:lstStyle/>
          <a:p>
            <a:r>
              <a:t>Base: all respondents (n=200)</a:t>
            </a:r>
          </a:p>
        </p:txBody>
      </p:sp>
      <p:sp>
        <p:nvSpPr>
          <p:cNvPr id="3" name="Title 2"/>
          <p:cNvSpPr>
            <a:spLocks noGrp="1"/>
          </p:cNvSpPr>
          <p:nvPr>
            <p:ph type="title"/>
          </p:nvPr>
        </p:nvSpPr>
        <p:spPr/>
        <p:txBody>
          <a:bodyPr/>
          <a:lstStyle/>
          <a:p>
            <a:r>
              <a:t>Respondent age group</a:t>
            </a:r>
          </a:p>
        </p:txBody>
      </p:sp>
      <p:sp>
        <p:nvSpPr>
          <p:cNvPr id="4" name="Text Placeholder 3"/>
          <p:cNvSpPr>
            <a:spLocks noGrp="1"/>
          </p:cNvSpPr>
          <p:nvPr>
            <p:ph type="body" idx="21" sz="quarter"/>
          </p:nvPr>
        </p:nvSpPr>
        <p:spPr/>
        <p:txBody>
          <a:bodyPr/>
          <a:lstStyle/>
          <a:p>
            <a:r>
              <a:t>What is your age group? (%)</a:t>
            </a:r>
          </a:p>
        </p:txBody>
      </p:sp>
      <p:pic>
        <p:nvPicPr>
          <p:cNvPr id="5" name="Picture 4" descr="image.png"/>
          <p:cNvPicPr>
            <a:picLocks noChangeAspect="1"/>
          </p:cNvPicPr>
          <p:nvPr/>
        </p:nvPicPr>
        <p:blipFill>
          <a:blip r:embed="rId2"/>
          <a:stretch>
            <a:fillRect/>
          </a:stretch>
        </p:blipFill>
        <p:spPr>
          <a:xfrm>
            <a:off x="310896" y="1709928"/>
            <a:ext cx="5303520" cy="4251960"/>
          </a:xfrm>
          <a:prstGeom prst="rect">
            <a:avLst/>
          </a:prstGeom>
        </p:spPr>
      </p:pic>
      <p:sp>
        <p:nvSpPr>
          <p:cNvPr id="6" name="TextBox 5"/>
          <p:cNvSpPr txBox="1"/>
          <p:nvPr/>
        </p:nvSpPr>
        <p:spPr>
          <a:xfrm>
            <a:off x="7379208" y="1709928"/>
            <a:ext cx="4453128" cy="4251960"/>
          </a:xfrm>
          <a:prstGeom prst="rect">
            <a:avLst/>
          </a:prstGeom>
          <a:noFill/>
        </p:spPr>
        <p:txBody>
          <a:bodyPr wrap="square">
            <a:spAutoFit/>
          </a:bodyPr>
          <a:lstStyle/>
          <a:p>
            <a:r>
              <a:rPr sz="1400" b="0">
                <a:solidFill>
                  <a:srgbClr val="44546A"/>
                </a:solidFill>
                <a:latin typeface="DM Sans"/>
              </a:rPr>
              <a:t>Sample skews slightly toward working-age</a:t>
            </a:r>
          </a:p>
          <a:p>
            <a:r>
              <a:rPr sz="1400" b="0">
                <a:solidFill>
                  <a:srgbClr val="44546A"/>
                </a:solidFill>
                <a:latin typeface="DM Sans"/>
              </a:rPr>
              <a:t>adults (35–54).</a:t>
            </a:r>
          </a:p>
        </p:txBody>
      </p:sp>
      <p:sp>
        <p:nvSpPr>
          <p:cNvPr id="7" name="Oval 6"/>
          <p:cNvSpPr/>
          <p:nvPr/>
        </p:nvSpPr>
        <p:spPr>
          <a:xfrm>
            <a:off x="11548872" y="6217920"/>
            <a:ext cx="274320" cy="274320"/>
          </a:xfrm>
          <a:prstGeom prst="ellipse">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48872" y="6250838"/>
            <a:ext cx="274320" cy="208483"/>
          </a:xfrm>
          <a:prstGeom prst="rect">
            <a:avLst/>
          </a:prstGeom>
          <a:noFill/>
        </p:spPr>
        <p:txBody>
          <a:bodyPr wrap="square">
            <a:spAutoFit/>
          </a:bodyPr>
          <a:lstStyle/>
          <a:p>
            <a:pPr algn="ctr"/>
            <a:r>
              <a:rPr sz="1000" b="1" i="0">
                <a:solidFill>
                  <a:srgbClr val="FFFFFF"/>
                </a:solidFill>
                <a:latin typeface="DM Sans"/>
              </a:rPr>
              <a:t>8</a:t>
            </a:r>
          </a:p>
        </p:txBody>
      </p:sp>
    </p:spTree>
  </p:cSld>
  <p:clrMapOvr>
    <a:masterClrMapping/>
  </p:clrMapOvr>
</p:sld>
</file>

<file path=ppt/theme/theme1.xml><?xml version="1.0" encoding="utf-8"?>
<a:theme xmlns:a="http://schemas.openxmlformats.org/drawingml/2006/main" name="Office Theme">
  <a:themeElements>
    <a:clrScheme name="Custom 4">
      <a:dk1>
        <a:sysClr val="windowText" lastClr="000000"/>
      </a:dk1>
      <a:lt1>
        <a:sysClr val="window" lastClr="FFFFFF"/>
      </a:lt1>
      <a:dk2>
        <a:srgbClr val="44546A"/>
      </a:dk2>
      <a:lt2>
        <a:srgbClr val="E7E6E6"/>
      </a:lt2>
      <a:accent1>
        <a:srgbClr val="027F7C"/>
      </a:accent1>
      <a:accent2>
        <a:srgbClr val="00BDBB"/>
      </a:accent2>
      <a:accent3>
        <a:srgbClr val="9BEFEF"/>
      </a:accent3>
      <a:accent4>
        <a:srgbClr val="F5C5C5"/>
      </a:accent4>
      <a:accent5>
        <a:srgbClr val="FA8488"/>
      </a:accent5>
      <a:accent6>
        <a:srgbClr val="A32015"/>
      </a:accent6>
      <a:hlink>
        <a:srgbClr val="0563C1"/>
      </a:hlink>
      <a:folHlink>
        <a:srgbClr val="954F72"/>
      </a:folHlink>
    </a:clrScheme>
    <a:fontScheme name="Custom 7">
      <a:majorFont>
        <a:latin typeface="DM Sans"/>
        <a:ea typeface=""/>
        <a:cs typeface=""/>
      </a:majorFont>
      <a:minorFont>
        <a:latin typeface="DM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BE1FB6-EDD4-4FA0-A6F0-E90A0F9D24C3}" vid="{0C80A656-FDD7-420C-9C91-094203702F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27830C7-CCA5-4086-BC04-ABC4B37A3B3B}">
  <we:reference id="WA200010001" version="1.0.0.1" store="Omex" storeType="OMEX"/>
  <we:alternateReferences>
    <we:reference id="WA200010001" version="1.0.0.1" store="WA200010001" storeType="OMEX"/>
  </we:alternateReferences>
  <we:properties>
    <we:property name="Office.AutoShowTaskpaneWithDocument" value="true"/>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3C5F446F2FBA5499C3138717435CD8E" ma:contentTypeVersion="18" ma:contentTypeDescription="Create a new document." ma:contentTypeScope="" ma:versionID="da8ca0a730ae20e733c3b0b25bc9a0d9">
  <xsd:schema xmlns:xsd="http://www.w3.org/2001/XMLSchema" xmlns:xs="http://www.w3.org/2001/XMLSchema" xmlns:p="http://schemas.microsoft.com/office/2006/metadata/properties" xmlns:ns2="a58b19d8-c329-48bc-abec-075b6f6744d3" xmlns:ns3="7c7aad43-5b3e-48d2-bc31-bc60de2cb891" targetNamespace="http://schemas.microsoft.com/office/2006/metadata/properties" ma:root="true" ma:fieldsID="8e4deecbac5d9a897942519eaa3b4037" ns2:_="" ns3:_="">
    <xsd:import namespace="a58b19d8-c329-48bc-abec-075b6f6744d3"/>
    <xsd:import namespace="7c7aad43-5b3e-48d2-bc31-bc60de2cb891"/>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58b19d8-c329-48bc-abec-075b6f6744d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03a8ff67-effd-457f-a18e-d029b8810d9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c7aad43-5b3e-48d2-bc31-bc60de2cb891"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900a275-e472-48ae-b0bc-40b06c3353e4}" ma:internalName="TaxCatchAll" ma:showField="CatchAllData" ma:web="7c7aad43-5b3e-48d2-bc31-bc60de2cb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98D2413-3D60-43ED-928E-01466A227BAC}">
  <ds:schemaRefs>
    <ds:schemaRef ds:uri="http://schemas.microsoft.com/sharepoint/v3/contenttype/forms"/>
  </ds:schemaRefs>
</ds:datastoreItem>
</file>

<file path=customXml/itemProps2.xml><?xml version="1.0" encoding="utf-8"?>
<ds:datastoreItem xmlns:ds="http://schemas.openxmlformats.org/officeDocument/2006/customXml" ds:itemID="{F625BB28-D861-49D6-8199-D4E94B77E7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58b19d8-c329-48bc-abec-075b6f6744d3"/>
    <ds:schemaRef ds:uri="7c7aad43-5b3e-48d2-bc31-bc60de2cb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TotalTime>
  <Words>4878</Words>
  <Application>Microsoft Office PowerPoint</Application>
  <PresentationFormat>Widescreen</PresentationFormat>
  <Paragraphs>698</Paragraphs>
  <Slides>59</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59</vt:i4>
      </vt:variant>
    </vt:vector>
  </HeadingPairs>
  <TitlesOfParts>
    <vt:vector size="68" baseType="lpstr">
      <vt:lpstr>DM Sans 14pt Medium</vt:lpstr>
      <vt:lpstr>DM Sans 14pt Light</vt:lpstr>
      <vt:lpstr>DM Sans</vt:lpstr>
      <vt:lpstr>Arial</vt:lpstr>
      <vt:lpstr>Calibri</vt:lpstr>
      <vt:lpstr>PT Serif</vt:lpstr>
      <vt:lpstr>DM Sans 14pt</vt:lpstr>
      <vt:lpstr>DM Sans 14pt SemiBold</vt:lpstr>
      <vt:lpstr>Office Theme</vt:lpstr>
      <vt:lpstr>Title Survey report</vt:lpstr>
      <vt:lpstr>PowerPoint Presentation</vt:lpstr>
      <vt:lpstr>PowerPoint Presentation</vt:lpstr>
      <vt:lpstr>PowerPoint Presentation</vt:lpstr>
      <vt:lpstr>PowerPoint Presentation</vt:lpstr>
      <vt:lpstr>PowerPoint Presentation</vt:lpstr>
      <vt:lpstr>SLIDES I USE</vt:lpstr>
      <vt:lpstr>Tracking (2-4 periods) – 2 responses + unsure</vt:lpstr>
      <vt:lpstr>Tracking (2-4 periods) – 4 point scale</vt:lpstr>
      <vt:lpstr>Tracking (2-4 periods) – 5 point scale</vt:lpstr>
      <vt:lpstr>2 point scale + binary</vt:lpstr>
      <vt:lpstr>2 point scale + unsure with longer responses</vt:lpstr>
      <vt:lpstr>4 point scale</vt:lpstr>
      <vt:lpstr>Non-scale multiple responses</vt:lpstr>
      <vt:lpstr>Most/ second most</vt:lpstr>
      <vt:lpstr>4 point grid question – bidirectional</vt:lpstr>
      <vt:lpstr>4 point grid question – bidirectional (large)</vt:lpstr>
      <vt:lpstr>5 point grid question – bidirectional</vt:lpstr>
      <vt:lpstr>4 point grid question – monodirectional</vt:lpstr>
      <vt:lpstr>4 point - column</vt:lpstr>
      <vt:lpstr>Stacked bar vertical</vt:lpstr>
      <vt:lpstr>Tracking cluster bars</vt:lpstr>
      <vt:lpstr>Total by dem</vt:lpstr>
      <vt:lpstr>Totals by vote</vt:lpstr>
      <vt:lpstr>Stacked column with total</vt:lpstr>
      <vt:lpstr>Tracking - line</vt:lpstr>
      <vt:lpstr>Commentary - 1  </vt:lpstr>
      <vt:lpstr>Methodology</vt:lpstr>
      <vt:lpstr>TITLE PAGES</vt:lpstr>
      <vt:lpstr>What we do</vt:lpstr>
      <vt:lpstr>PowerPoint Presentation</vt:lpstr>
      <vt:lpstr>Quant: Daily tracking omnibus</vt:lpstr>
      <vt:lpstr>Quant: Standalones and segmentations</vt:lpstr>
      <vt:lpstr>Qualitative research options</vt:lpstr>
      <vt:lpstr>Our experience spans a wide range of sectors globally including politics, infrastructure, energy, transport, the primary sector, financial services, and public policy.  Talbot Mills Research principals, David Talbot and Stephen Mills, have had roles in strategy at the highest levels of politics and business.   David was pollster to New Zealand Prime Minister Jacinda Ardern, and now works for a range of Australian Federal and State political leaders as well as decision-makers in many listed companies.  As a firm, Talbot Mills Research is regularly cited in international media and have been the most accurate pollsters in many Australasian races. </vt:lpstr>
      <vt:lpstr>Our experience spans a wide range of sectors globally including politics, infrastructure, energy, transport, the primary sector, financial services, and public policy.  Talbot Mills Research principals, David Talbot and Stephen Mills, have had roles in strategy at the highest levels of politics and business.   David was pollster to New Zealand Prime Minister Jacinda Ardern, and now works for a range of Australian Federal and State political leaders as well as decision-makers in many listed companies.  As a firm, Talbot Mills Research is regularly cited in international media and have been the most accurate pollsters in many Australasian races. </vt:lpstr>
      <vt:lpstr>Title page header</vt:lpstr>
      <vt:lpstr>Headline here</vt:lpstr>
      <vt:lpstr>CHAPTER SLIDES</vt:lpstr>
      <vt:lpstr>Chapter Highlight</vt:lpstr>
      <vt:lpstr>Chapter  Highlight</vt:lpstr>
      <vt:lpstr>Other quant slides</vt:lpstr>
      <vt:lpstr>Impact on job</vt:lpstr>
      <vt:lpstr>Job security</vt:lpstr>
      <vt:lpstr>Headline here</vt:lpstr>
      <vt:lpstr>Impact on job</vt:lpstr>
      <vt:lpstr>Impact on job</vt:lpstr>
      <vt:lpstr>AI usage</vt:lpstr>
      <vt:lpstr>AI: Useful vs. serious risk</vt:lpstr>
      <vt:lpstr>QUOTE PAGES</vt:lpstr>
      <vt:lpstr>Positive media</vt:lpstr>
      <vt:lpstr>Negative media</vt:lpstr>
      <vt:lpstr>INFORMATION HEAVY PAGES</vt:lpstr>
      <vt:lpstr>Methodology</vt:lpstr>
      <vt:lpstr>Headline here</vt:lpstr>
      <vt:lpstr>Headline here</vt:lpstr>
      <vt:lpstr>Headline here</vt:lpstr>
      <vt:lpstr>Headline here</vt:lpstr>
      <vt:lpstr>Report prepared by Name for Talbot Mills Research name@talbotmillsresearch.com.au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Butt</dc:creator>
  <cp:lastModifiedBy>Thomas Butt</cp:lastModifiedBy>
  <cp:revision>1</cp:revision>
  <cp:lastPrinted>2024-02-11T21:53:43Z</cp:lastPrinted>
  <dcterms:created xsi:type="dcterms:W3CDTF">2026-03-15T01:04:19Z</dcterms:created>
  <dcterms:modified xsi:type="dcterms:W3CDTF">2026-03-15T01:07:31Z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2024-04-07T22:55:15Z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3a5faf02-d29f-4791-8e6c-cf518a6c9b50</vt:lpwstr>
  </property>
  <property fmtid="{D5CDD505-2E9C-101B-9397-08002B2CF9AE}" pid="7" name="MSIP_Label_defa4170-0d19-0005-0004-bc88714345d2_ActionId">
    <vt:lpwstr>015225aa-059c-4828-ba1b-906718064d94</vt:lpwstr>
  </property>
  <property fmtid="{D5CDD505-2E9C-101B-9397-08002B2CF9AE}" pid="8" name="MSIP_Label_defa4170-0d19-0005-0004-bc88714345d2_ContentBits">
    <vt:lpwstr>0</vt:lpwstr>
  </property>
</Properties>
</file>