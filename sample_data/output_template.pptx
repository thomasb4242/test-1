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3"/>
  </p:sldMasterIdLst>
  <p:notesMasterIdLst>
    <p:notesMasterId r:id="rId63"/>
  </p:notesMasterIdLst>
  <p:handoutMasterIdLst>
    <p:handoutMasterId r:id="rId64"/>
  </p:handoutMasterIdLst>
  <p:sldIdLst>
    <p:sldId id="256" r:id="rId28"/>
    <p:sldId id="257" r:id="rId29"/>
    <p:sldId id="258" r:id="rId30"/>
    <p:sldId id="259" r:id="rId31"/>
    <p:sldId id="260" r:id="rId32"/>
    <p:sldId id="261" r:id="rId33"/>
    <p:sldId id="262" r:id="rId34"/>
    <p:sldId id="263" r:id="rId35"/>
    <p:sldId id="264" r:id="rId36"/>
  </p:sldIdLst>
  <p:sldSz cx="12192000" cy="6858000"/>
  <p:notesSz cx="6858000" cy="9144000"/>
  <p:embeddedFontLst>
    <p:embeddedFont>
      <p:font typeface="DM Sans" pitchFamily="2" charset="0"/>
      <p:regular r:id="rId65"/>
      <p:bold r:id="rId66"/>
      <p:italic r:id="rId67"/>
      <p:boldItalic r:id="rId68"/>
    </p:embeddedFont>
    <p:embeddedFont>
      <p:font typeface="DM Sans 14pt" pitchFamily="2" charset="0"/>
      <p:regular r:id="rId69"/>
      <p:bold r:id="rId70"/>
      <p:italic r:id="rId71"/>
      <p:boldItalic r:id="rId72"/>
    </p:embeddedFont>
    <p:embeddedFont>
      <p:font typeface="DM Sans 14pt Light" pitchFamily="2" charset="0"/>
      <p:regular r:id="rId73"/>
      <p:italic r:id="rId74"/>
    </p:embeddedFont>
    <p:embeddedFont>
      <p:font typeface="DM Sans 14pt Medium" pitchFamily="2" charset="0"/>
      <p:regular r:id="rId75"/>
      <p:italic r:id="rId76"/>
    </p:embeddedFont>
    <p:embeddedFont>
      <p:font typeface="DM Sans 14pt SemiBold" pitchFamily="2" charset="0"/>
      <p:bold r:id="rId77"/>
      <p:boldItalic r:id="rId78"/>
    </p:embeddedFont>
    <p:embeddedFont>
      <p:font typeface="PT Serif" panose="020A0603040505020204" pitchFamily="18" charset="0"/>
      <p:regular r:id="rId79"/>
      <p:bold r:id="rId80"/>
      <p:italic r:id="rId81"/>
      <p:boldItalic r:id="rId8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8488"/>
    <a:srgbClr val="B20000"/>
    <a:srgbClr val="003E3D"/>
    <a:srgbClr val="00BEBB"/>
    <a:srgbClr val="F6C5C6"/>
    <a:srgbClr val="9BEFEF"/>
    <a:srgbClr val="7E160D"/>
    <a:srgbClr val="E5F9F9"/>
    <a:srgbClr val="E6F8F9"/>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5890"/>
  </p:normalViewPr>
  <p:slideViewPr>
    <p:cSldViewPr snapToGrid="0">
      <p:cViewPr varScale="1">
        <p:scale>
          <a:sx n="85" d="100"/>
          <a:sy n="85" d="100"/>
        </p:scale>
        <p:origin x="64" y="516"/>
      </p:cViewPr>
      <p:guideLst/>
    </p:cSldViewPr>
  </p:slideViewPr>
  <p:notesTextViewPr>
    <p:cViewPr>
      <p:scale>
        <a:sx n="1" d="1"/>
        <a:sy n="1" d="1"/>
      </p:scale>
      <p:origin x="0" y="0"/>
    </p:cViewPr>
  </p:notesTextViewPr>
  <p:notesViewPr>
    <p:cSldViewPr snapToGrid="0">
      <p:cViewPr varScale="1">
        <p:scale>
          <a:sx n="118" d="100"/>
          <a:sy n="118" d="100"/>
        </p:scale>
        <p:origin x="3952" y="21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slideMaster" Target="slideMasters/slideMaster1.xml"/><Relationship Id="rId28" Type="http://schemas.openxmlformats.org/officeDocument/2006/relationships/slide" Target="slides/slide1.xml"/><Relationship Id="rId29" Type="http://schemas.openxmlformats.org/officeDocument/2006/relationships/slide" Target="slides/slide2.xml"/><Relationship Id="rId30" Type="http://schemas.openxmlformats.org/officeDocument/2006/relationships/slide" Target="slides/slide3.xml"/><Relationship Id="rId31" Type="http://schemas.openxmlformats.org/officeDocument/2006/relationships/slide" Target="slides/slide4.xml"/><Relationship Id="rId32" Type="http://schemas.openxmlformats.org/officeDocument/2006/relationships/slide" Target="slides/slide5.xml"/><Relationship Id="rId33" Type="http://schemas.openxmlformats.org/officeDocument/2006/relationships/slide" Target="slides/slide6.xml"/><Relationship Id="rId34" Type="http://schemas.openxmlformats.org/officeDocument/2006/relationships/slide" Target="slides/slide7.xml"/><Relationship Id="rId35" Type="http://schemas.openxmlformats.org/officeDocument/2006/relationships/slide" Target="slides/slide8.xml"/><Relationship Id="rId36" Type="http://schemas.openxmlformats.org/officeDocument/2006/relationships/slide" Target="slides/slide9.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font" Target="fonts/font13.fntdata"/><Relationship Id="rId78" Type="http://schemas.openxmlformats.org/officeDocument/2006/relationships/font" Target="fonts/font14.fntdata"/><Relationship Id="rId79" Type="http://schemas.openxmlformats.org/officeDocument/2006/relationships/font" Target="fonts/font15.fntdata"/><Relationship Id="rId80" Type="http://schemas.openxmlformats.org/officeDocument/2006/relationships/font" Target="fonts/font16.fntdata"/><Relationship Id="rId81" Type="http://schemas.openxmlformats.org/officeDocument/2006/relationships/font" Target="fonts/font17.fntdata"/><Relationship Id="rId82" Type="http://schemas.openxmlformats.org/officeDocument/2006/relationships/font" Target="fonts/font18.fntdata"/><Relationship Id="rId83" Type="http://schemas.openxmlformats.org/officeDocument/2006/relationships/presProps" Target="presProps.xml"/><Relationship Id="rId84" Type="http://schemas.openxmlformats.org/officeDocument/2006/relationships/viewProps" Target="viewProps.xml"/><Relationship Id="rId85" Type="http://schemas.openxmlformats.org/officeDocument/2006/relationships/theme" Target="theme/theme1.xml"/><Relationship Id="rId8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F84B60A-D138-5A0D-B6A1-48FB787A390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3B5F82E-D95C-1192-230B-BA18AC4FE27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4946F9-B390-5549-A170-C0794563C038}" type="datetimeFigureOut">
              <a:rPr lang="en-US" smtClean="0"/>
              <a:t>3/15/2026</a:t>
            </a:fld>
            <a:endParaRPr lang="en-US"/>
          </a:p>
        </p:txBody>
      </p:sp>
      <p:sp>
        <p:nvSpPr>
          <p:cNvPr id="4" name="Footer Placeholder 3">
            <a:extLst>
              <a:ext uri="{FF2B5EF4-FFF2-40B4-BE49-F238E27FC236}">
                <a16:creationId xmlns:a16="http://schemas.microsoft.com/office/drawing/2014/main" id="{C3A1D4C3-DE65-924F-A311-8FCFB2B11F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9B1FBD5-666E-125D-D67E-C39A90C706E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0534DBF-4ED0-F242-9E08-223CE2440250}" type="slidenum">
              <a:rPr lang="en-US" smtClean="0"/>
              <a:t>‹#›</a:t>
            </a:fld>
            <a:endParaRPr lang="en-US"/>
          </a:p>
        </p:txBody>
      </p:sp>
    </p:spTree>
    <p:extLst>
      <p:ext uri="{BB962C8B-B14F-4D97-AF65-F5344CB8AC3E}">
        <p14:creationId xmlns:p14="http://schemas.microsoft.com/office/powerpoint/2010/main" val="190157801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6D77C0-D616-6942-A6DE-15CA13F07A41}" type="datetimeFigureOut">
              <a:rPr lang="en-US" smtClean="0"/>
              <a:t>3/15/2026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E38470-C823-E543-9E68-F0DBB5DFCC4B}" type="slidenum">
              <a:rPr lang="en-US" smtClean="0"/>
              <a:t>‹#›</a:t>
            </a:fld>
            <a:endParaRPr lang="en-US"/>
          </a:p>
        </p:txBody>
      </p:sp>
    </p:spTree>
    <p:extLst>
      <p:ext uri="{BB962C8B-B14F-4D97-AF65-F5344CB8AC3E}">
        <p14:creationId xmlns:p14="http://schemas.microsoft.com/office/powerpoint/2010/main" val="2965129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 Placeholder 5">
            <a:extLst>
              <a:ext uri="{FF2B5EF4-FFF2-40B4-BE49-F238E27FC236}">
                <a16:creationId xmlns:a16="http://schemas.microsoft.com/office/drawing/2014/main" id="{03517A62-8C0C-FC97-152D-F0D41EB22691}"/>
              </a:ext>
            </a:extLst>
          </p:cNvPr>
          <p:cNvSpPr>
            <a:spLocks noGrp="1"/>
          </p:cNvSpPr>
          <p:nvPr>
            <p:ph type="body" sz="quarter" idx="22" hasCustomPrompt="1"/>
          </p:nvPr>
        </p:nvSpPr>
        <p:spPr>
          <a:xfrm>
            <a:off x="1114817" y="6474601"/>
            <a:ext cx="7308375" cy="184666"/>
          </a:xfrm>
          <a:prstGeom prst="rect">
            <a:avLst/>
          </a:prstGeom>
        </p:spPr>
        <p:txBody>
          <a:bodyPr/>
          <a:lstStyle>
            <a:lvl1pPr marL="0" indent="0">
              <a:lnSpc>
                <a:spcPct val="110000"/>
              </a:lnSpc>
              <a:spcBef>
                <a:spcPts val="0"/>
              </a:spcBef>
              <a:buNone/>
              <a:defRPr sz="1100" b="0" i="1">
                <a:latin typeface="DM Sans" pitchFamily="2" charset="77"/>
              </a:defRPr>
            </a:lvl1pPr>
          </a:lstStyle>
          <a:p>
            <a:pPr lvl="0"/>
            <a:r>
              <a:rPr lang="en-US" dirty="0"/>
              <a:t>Footer</a:t>
            </a:r>
            <a:endParaRPr lang="en-AU" dirty="0"/>
          </a:p>
        </p:txBody>
      </p:sp>
      <p:sp>
        <p:nvSpPr>
          <p:cNvPr id="9" name="Title 1">
            <a:extLst>
              <a:ext uri="{FF2B5EF4-FFF2-40B4-BE49-F238E27FC236}">
                <a16:creationId xmlns:a16="http://schemas.microsoft.com/office/drawing/2014/main" id="{779C9BAE-F1AB-3821-AC88-D22BB35FD39D}"/>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mj-lt"/>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74C991B3-DB49-4DC0-908F-FFB54C5964F5}"/>
              </a:ext>
            </a:extLst>
          </p:cNvPr>
          <p:cNvSpPr>
            <a:spLocks noGrp="1"/>
          </p:cNvSpPr>
          <p:nvPr>
            <p:ph type="body" sz="quarter" idx="21" hasCustomPrompt="1"/>
          </p:nvPr>
        </p:nvSpPr>
        <p:spPr>
          <a:xfrm>
            <a:off x="307975" y="1242909"/>
            <a:ext cx="11571288" cy="465912"/>
          </a:xfrm>
          <a:prstGeom prst="rect">
            <a:avLst/>
          </a:prstGeom>
        </p:spPr>
        <p:txBody>
          <a:bodyPr/>
          <a:lstStyle>
            <a:lvl1pPr marL="0" indent="0">
              <a:lnSpc>
                <a:spcPct val="110000"/>
              </a:lnSpc>
              <a:spcBef>
                <a:spcPts val="0"/>
              </a:spcBef>
              <a:buNone/>
              <a:defRPr sz="1800" b="0" i="0">
                <a:latin typeface="+mj-lt"/>
              </a:defRPr>
            </a:lvl1pPr>
          </a:lstStyle>
          <a:p>
            <a:pPr lvl="0"/>
            <a:r>
              <a:rPr lang="en-US" dirty="0"/>
              <a:t>Click to add sub-title</a:t>
            </a:r>
            <a:endParaRPr lang="en-AU" dirty="0"/>
          </a:p>
        </p:txBody>
      </p:sp>
    </p:spTree>
    <p:extLst>
      <p:ext uri="{BB962C8B-B14F-4D97-AF65-F5344CB8AC3E}">
        <p14:creationId xmlns:p14="http://schemas.microsoft.com/office/powerpoint/2010/main" val="304540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 Placeholder 5">
            <a:extLst>
              <a:ext uri="{FF2B5EF4-FFF2-40B4-BE49-F238E27FC236}">
                <a16:creationId xmlns:a16="http://schemas.microsoft.com/office/drawing/2014/main" id="{03517A62-8C0C-FC97-152D-F0D41EB22691}"/>
              </a:ext>
            </a:extLst>
          </p:cNvPr>
          <p:cNvSpPr>
            <a:spLocks noGrp="1"/>
          </p:cNvSpPr>
          <p:nvPr>
            <p:ph type="body" sz="quarter" idx="22" hasCustomPrompt="1"/>
          </p:nvPr>
        </p:nvSpPr>
        <p:spPr>
          <a:xfrm>
            <a:off x="1114817" y="6474601"/>
            <a:ext cx="7308375" cy="184666"/>
          </a:xfrm>
          <a:prstGeom prst="rect">
            <a:avLst/>
          </a:prstGeom>
        </p:spPr>
        <p:txBody>
          <a:bodyPr/>
          <a:lstStyle>
            <a:lvl1pPr marL="0" indent="0">
              <a:lnSpc>
                <a:spcPct val="110000"/>
              </a:lnSpc>
              <a:spcBef>
                <a:spcPts val="0"/>
              </a:spcBef>
              <a:buNone/>
              <a:defRPr sz="1100" b="0" i="1">
                <a:latin typeface="DM Sans" pitchFamily="2" charset="77"/>
              </a:defRPr>
            </a:lvl1pPr>
          </a:lstStyle>
          <a:p>
            <a:pPr lvl="0"/>
            <a:r>
              <a:rPr lang="en-US" dirty="0"/>
              <a:t>Footer</a:t>
            </a:r>
            <a:endParaRPr lang="en-AU" dirty="0"/>
          </a:p>
        </p:txBody>
      </p:sp>
      <p:sp>
        <p:nvSpPr>
          <p:cNvPr id="9" name="Title 1">
            <a:extLst>
              <a:ext uri="{FF2B5EF4-FFF2-40B4-BE49-F238E27FC236}">
                <a16:creationId xmlns:a16="http://schemas.microsoft.com/office/drawing/2014/main" id="{779C9BAE-F1AB-3821-AC88-D22BB35FD39D}"/>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mj-lt"/>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74C991B3-DB49-4DC0-908F-FFB54C5964F5}"/>
              </a:ext>
            </a:extLst>
          </p:cNvPr>
          <p:cNvSpPr>
            <a:spLocks noGrp="1"/>
          </p:cNvSpPr>
          <p:nvPr>
            <p:ph type="body" sz="quarter" idx="21" hasCustomPrompt="1"/>
          </p:nvPr>
        </p:nvSpPr>
        <p:spPr>
          <a:xfrm>
            <a:off x="307975" y="1242909"/>
            <a:ext cx="9558126" cy="465912"/>
          </a:xfrm>
          <a:prstGeom prst="rect">
            <a:avLst/>
          </a:prstGeom>
        </p:spPr>
        <p:txBody>
          <a:bodyPr/>
          <a:lstStyle>
            <a:lvl1pPr marL="0" indent="0">
              <a:lnSpc>
                <a:spcPct val="110000"/>
              </a:lnSpc>
              <a:spcBef>
                <a:spcPts val="0"/>
              </a:spcBef>
              <a:buNone/>
              <a:defRPr sz="1800" b="0" i="0">
                <a:latin typeface="+mj-lt"/>
              </a:defRPr>
            </a:lvl1pPr>
          </a:lstStyle>
          <a:p>
            <a:pPr lvl="0"/>
            <a:r>
              <a:rPr lang="en-US" dirty="0"/>
              <a:t>Click to add sub-title</a:t>
            </a:r>
            <a:endParaRPr lang="en-AU" dirty="0"/>
          </a:p>
        </p:txBody>
      </p:sp>
      <p:pic>
        <p:nvPicPr>
          <p:cNvPr id="4" name="Picture 3" descr="A blue quote marks on a black background&#10;&#10;Description automatically generated">
            <a:extLst>
              <a:ext uri="{FF2B5EF4-FFF2-40B4-BE49-F238E27FC236}">
                <a16:creationId xmlns:a16="http://schemas.microsoft.com/office/drawing/2014/main" id="{499C6073-8A58-EFE5-299F-0C26C0889444}"/>
              </a:ext>
            </a:extLst>
          </p:cNvPr>
          <p:cNvPicPr>
            <a:picLocks noChangeAspect="1"/>
          </p:cNvPicPr>
          <p:nvPr userDrawn="1"/>
        </p:nvPicPr>
        <p:blipFill>
          <a:blip r:embed="rId3"/>
          <a:stretch>
            <a:fillRect/>
          </a:stretch>
        </p:blipFill>
        <p:spPr>
          <a:xfrm>
            <a:off x="9808014" y="-110144"/>
            <a:ext cx="2221375" cy="2221375"/>
          </a:xfrm>
          <a:prstGeom prst="rect">
            <a:avLst/>
          </a:prstGeom>
        </p:spPr>
      </p:pic>
    </p:spTree>
    <p:extLst>
      <p:ext uri="{BB962C8B-B14F-4D97-AF65-F5344CB8AC3E}">
        <p14:creationId xmlns:p14="http://schemas.microsoft.com/office/powerpoint/2010/main" val="2435237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 Placeholder 5">
            <a:extLst>
              <a:ext uri="{FF2B5EF4-FFF2-40B4-BE49-F238E27FC236}">
                <a16:creationId xmlns:a16="http://schemas.microsoft.com/office/drawing/2014/main" id="{03517A62-8C0C-FC97-152D-F0D41EB22691}"/>
              </a:ext>
            </a:extLst>
          </p:cNvPr>
          <p:cNvSpPr>
            <a:spLocks noGrp="1"/>
          </p:cNvSpPr>
          <p:nvPr>
            <p:ph type="body" sz="quarter" idx="22" hasCustomPrompt="1"/>
          </p:nvPr>
        </p:nvSpPr>
        <p:spPr>
          <a:xfrm>
            <a:off x="1114817" y="6474601"/>
            <a:ext cx="7308375" cy="184666"/>
          </a:xfrm>
          <a:prstGeom prst="rect">
            <a:avLst/>
          </a:prstGeom>
        </p:spPr>
        <p:txBody>
          <a:bodyPr/>
          <a:lstStyle>
            <a:lvl1pPr marL="0" indent="0">
              <a:lnSpc>
                <a:spcPct val="110000"/>
              </a:lnSpc>
              <a:spcBef>
                <a:spcPts val="0"/>
              </a:spcBef>
              <a:buNone/>
              <a:defRPr sz="1100" b="0" i="1">
                <a:latin typeface="DM Sans" pitchFamily="2" charset="77"/>
              </a:defRPr>
            </a:lvl1pPr>
          </a:lstStyle>
          <a:p>
            <a:pPr lvl="0"/>
            <a:r>
              <a:rPr lang="en-US" dirty="0"/>
              <a:t>Footer</a:t>
            </a:r>
            <a:endParaRPr lang="en-AU" dirty="0"/>
          </a:p>
        </p:txBody>
      </p:sp>
      <p:sp>
        <p:nvSpPr>
          <p:cNvPr id="9" name="Title 1">
            <a:extLst>
              <a:ext uri="{FF2B5EF4-FFF2-40B4-BE49-F238E27FC236}">
                <a16:creationId xmlns:a16="http://schemas.microsoft.com/office/drawing/2014/main" id="{779C9BAE-F1AB-3821-AC88-D22BB35FD39D}"/>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mj-lt"/>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74C991B3-DB49-4DC0-908F-FFB54C5964F5}"/>
              </a:ext>
            </a:extLst>
          </p:cNvPr>
          <p:cNvSpPr>
            <a:spLocks noGrp="1"/>
          </p:cNvSpPr>
          <p:nvPr>
            <p:ph type="body" sz="quarter" idx="21" hasCustomPrompt="1"/>
          </p:nvPr>
        </p:nvSpPr>
        <p:spPr>
          <a:xfrm>
            <a:off x="307975" y="1242909"/>
            <a:ext cx="9487486" cy="465912"/>
          </a:xfrm>
          <a:prstGeom prst="rect">
            <a:avLst/>
          </a:prstGeom>
        </p:spPr>
        <p:txBody>
          <a:bodyPr/>
          <a:lstStyle>
            <a:lvl1pPr marL="0" indent="0">
              <a:lnSpc>
                <a:spcPct val="110000"/>
              </a:lnSpc>
              <a:spcBef>
                <a:spcPts val="0"/>
              </a:spcBef>
              <a:buNone/>
              <a:defRPr sz="1800" b="0" i="0">
                <a:latin typeface="+mj-lt"/>
              </a:defRPr>
            </a:lvl1pPr>
          </a:lstStyle>
          <a:p>
            <a:pPr lvl="0"/>
            <a:r>
              <a:rPr lang="en-US" dirty="0"/>
              <a:t>Click to add sub-title</a:t>
            </a:r>
            <a:endParaRPr lang="en-AU" dirty="0"/>
          </a:p>
        </p:txBody>
      </p:sp>
      <p:pic>
        <p:nvPicPr>
          <p:cNvPr id="6" name="Picture 5" descr="A pair of red quotation marks&#10;&#10;Description automatically generated">
            <a:extLst>
              <a:ext uri="{FF2B5EF4-FFF2-40B4-BE49-F238E27FC236}">
                <a16:creationId xmlns:a16="http://schemas.microsoft.com/office/drawing/2014/main" id="{D3913944-AC52-5278-5E22-E8B791A8C9E7}"/>
              </a:ext>
            </a:extLst>
          </p:cNvPr>
          <p:cNvPicPr>
            <a:picLocks noChangeAspect="1"/>
          </p:cNvPicPr>
          <p:nvPr userDrawn="1"/>
        </p:nvPicPr>
        <p:blipFill>
          <a:blip r:embed="rId3"/>
          <a:stretch>
            <a:fillRect/>
          </a:stretch>
        </p:blipFill>
        <p:spPr>
          <a:xfrm>
            <a:off x="9841553" y="-76605"/>
            <a:ext cx="2154298" cy="2154298"/>
          </a:xfrm>
          <a:prstGeom prst="rect">
            <a:avLst/>
          </a:prstGeom>
        </p:spPr>
      </p:pic>
    </p:spTree>
    <p:extLst>
      <p:ext uri="{BB962C8B-B14F-4D97-AF65-F5344CB8AC3E}">
        <p14:creationId xmlns:p14="http://schemas.microsoft.com/office/powerpoint/2010/main" val="2116550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FB0B087-FC92-F5F7-348E-CA1255882AC0}"/>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DM Sans 14pt Medium" pitchFamily="2" charset="77"/>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5EBD2096-F516-0AC8-D50E-149733783ACF}"/>
              </a:ext>
            </a:extLst>
          </p:cNvPr>
          <p:cNvSpPr>
            <a:spLocks noGrp="1"/>
          </p:cNvSpPr>
          <p:nvPr>
            <p:ph type="body" sz="quarter" idx="21" hasCustomPrompt="1"/>
          </p:nvPr>
        </p:nvSpPr>
        <p:spPr>
          <a:xfrm>
            <a:off x="307976" y="1242909"/>
            <a:ext cx="4488352" cy="465912"/>
          </a:xfrm>
          <a:prstGeom prst="rect">
            <a:avLst/>
          </a:prstGeom>
        </p:spPr>
        <p:txBody>
          <a:bodyPr/>
          <a:lstStyle>
            <a:lvl1pPr marL="0" indent="0">
              <a:lnSpc>
                <a:spcPct val="110000"/>
              </a:lnSpc>
              <a:spcBef>
                <a:spcPts val="0"/>
              </a:spcBef>
              <a:buNone/>
              <a:defRPr sz="1800" b="0" i="0">
                <a:latin typeface="DM Sans 14pt Medium" pitchFamily="2" charset="77"/>
              </a:defRPr>
            </a:lvl1pPr>
          </a:lstStyle>
          <a:p>
            <a:pPr lvl="0"/>
            <a:r>
              <a:rPr lang="en-US" dirty="0"/>
              <a:t>Click to add sub-title</a:t>
            </a:r>
            <a:endParaRPr lang="en-AU" dirty="0"/>
          </a:p>
        </p:txBody>
      </p:sp>
      <p:sp>
        <p:nvSpPr>
          <p:cNvPr id="12" name="Oval 11">
            <a:extLst>
              <a:ext uri="{FF2B5EF4-FFF2-40B4-BE49-F238E27FC236}">
                <a16:creationId xmlns:a16="http://schemas.microsoft.com/office/drawing/2014/main" id="{E80D1195-814B-4A2A-9891-639EB113BBF9}"/>
              </a:ext>
            </a:extLst>
          </p:cNvPr>
          <p:cNvSpPr/>
          <p:nvPr userDrawn="1"/>
        </p:nvSpPr>
        <p:spPr>
          <a:xfrm>
            <a:off x="1323076" y="2147695"/>
            <a:ext cx="2880000" cy="2880000"/>
          </a:xfrm>
          <a:prstGeom prst="ellipse">
            <a:avLst/>
          </a:prstGeom>
          <a:solidFill>
            <a:srgbClr val="027F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5">
            <a:extLst>
              <a:ext uri="{FF2B5EF4-FFF2-40B4-BE49-F238E27FC236}">
                <a16:creationId xmlns:a16="http://schemas.microsoft.com/office/drawing/2014/main" id="{28EAC9EF-A209-734F-11C8-87E59107B759}"/>
              </a:ext>
            </a:extLst>
          </p:cNvPr>
          <p:cNvSpPr>
            <a:spLocks noGrp="1"/>
          </p:cNvSpPr>
          <p:nvPr>
            <p:ph type="body" sz="quarter" idx="12" hasCustomPrompt="1"/>
          </p:nvPr>
        </p:nvSpPr>
        <p:spPr>
          <a:xfrm>
            <a:off x="1563990" y="3012104"/>
            <a:ext cx="2398172" cy="833791"/>
          </a:xfrm>
          <a:prstGeom prst="rect">
            <a:avLst/>
          </a:prstGeom>
        </p:spPr>
        <p:txBody>
          <a:bodyPr anchor="b"/>
          <a:lstStyle>
            <a:lvl1pPr marL="0" indent="0" algn="ctr">
              <a:buNone/>
              <a:defRPr sz="8000" b="0" i="0" baseline="0">
                <a:solidFill>
                  <a:schemeClr val="bg1"/>
                </a:solidFill>
                <a:latin typeface="DM Sans" pitchFamily="2" charset="77"/>
              </a:defRPr>
            </a:lvl1pPr>
          </a:lstStyle>
          <a:p>
            <a:pPr lvl="0"/>
            <a:r>
              <a:rPr lang="en-US" dirty="0"/>
              <a:t>XX%</a:t>
            </a:r>
            <a:endParaRPr lang="en-AU" dirty="0"/>
          </a:p>
        </p:txBody>
      </p:sp>
      <p:sp>
        <p:nvSpPr>
          <p:cNvPr id="14" name="Text Placeholder 11">
            <a:extLst>
              <a:ext uri="{FF2B5EF4-FFF2-40B4-BE49-F238E27FC236}">
                <a16:creationId xmlns:a16="http://schemas.microsoft.com/office/drawing/2014/main" id="{F2F2B5BF-E3F2-DA96-498F-818AF9C0A450}"/>
              </a:ext>
            </a:extLst>
          </p:cNvPr>
          <p:cNvSpPr>
            <a:spLocks noGrp="1"/>
          </p:cNvSpPr>
          <p:nvPr>
            <p:ph type="body" sz="quarter" idx="19" hasCustomPrompt="1"/>
          </p:nvPr>
        </p:nvSpPr>
        <p:spPr>
          <a:xfrm>
            <a:off x="1563990" y="3708750"/>
            <a:ext cx="2430490" cy="1134427"/>
          </a:xfrm>
          <a:prstGeom prst="rect">
            <a:avLst/>
          </a:prstGeom>
        </p:spPr>
        <p:txBody>
          <a:bodyPr/>
          <a:lstStyle>
            <a:lvl1pPr marL="0" indent="0">
              <a:lnSpc>
                <a:spcPct val="130000"/>
              </a:lnSpc>
              <a:spcBef>
                <a:spcPts val="0"/>
              </a:spcBef>
              <a:buClr>
                <a:schemeClr val="bg1"/>
              </a:buClr>
              <a:buNone/>
              <a:defRPr sz="1600">
                <a:solidFill>
                  <a:schemeClr val="bg1"/>
                </a:solidFill>
                <a:latin typeface="DM Sans"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6" name="Text Placeholder 11">
            <a:extLst>
              <a:ext uri="{FF2B5EF4-FFF2-40B4-BE49-F238E27FC236}">
                <a16:creationId xmlns:a16="http://schemas.microsoft.com/office/drawing/2014/main" id="{9D457955-45AC-FF8C-6547-6D54135D6BEB}"/>
              </a:ext>
            </a:extLst>
          </p:cNvPr>
          <p:cNvSpPr>
            <a:spLocks noGrp="1"/>
          </p:cNvSpPr>
          <p:nvPr>
            <p:ph type="body" sz="quarter" idx="22" hasCustomPrompt="1"/>
          </p:nvPr>
        </p:nvSpPr>
        <p:spPr>
          <a:xfrm>
            <a:off x="8599619" y="5035406"/>
            <a:ext cx="3134238" cy="1395471"/>
          </a:xfrm>
          <a:prstGeom prst="rect">
            <a:avLst/>
          </a:prstGeom>
        </p:spPr>
        <p:txBody>
          <a:bodyPr/>
          <a:lstStyle>
            <a:lvl1pPr marL="0" indent="0">
              <a:buClr>
                <a:schemeClr val="bg1"/>
              </a:buClr>
              <a:buNone/>
              <a:defRPr sz="1200">
                <a:solidFill>
                  <a:schemeClr val="bg2">
                    <a:lumMod val="10000"/>
                  </a:schemeClr>
                </a:solidFill>
                <a:latin typeface="DM Sans"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7" name="Text Placeholder 5">
            <a:extLst>
              <a:ext uri="{FF2B5EF4-FFF2-40B4-BE49-F238E27FC236}">
                <a16:creationId xmlns:a16="http://schemas.microsoft.com/office/drawing/2014/main" id="{88AF47E7-14BE-0451-398B-86194D42D31D}"/>
              </a:ext>
            </a:extLst>
          </p:cNvPr>
          <p:cNvSpPr>
            <a:spLocks noGrp="1"/>
          </p:cNvSpPr>
          <p:nvPr>
            <p:ph type="body" sz="quarter" idx="23" hasCustomPrompt="1"/>
          </p:nvPr>
        </p:nvSpPr>
        <p:spPr>
          <a:xfrm>
            <a:off x="1114817" y="6474601"/>
            <a:ext cx="7308375" cy="184666"/>
          </a:xfrm>
          <a:prstGeom prst="rect">
            <a:avLst/>
          </a:prstGeom>
        </p:spPr>
        <p:txBody>
          <a:bodyPr/>
          <a:lstStyle>
            <a:lvl1pPr marL="0" indent="0">
              <a:lnSpc>
                <a:spcPct val="110000"/>
              </a:lnSpc>
              <a:spcBef>
                <a:spcPts val="0"/>
              </a:spcBef>
              <a:buNone/>
              <a:defRPr sz="600" b="0" i="0">
                <a:latin typeface="DM Sans" pitchFamily="2" charset="77"/>
              </a:defRPr>
            </a:lvl1pPr>
          </a:lstStyle>
          <a:p>
            <a:pPr lvl="0"/>
            <a:r>
              <a:rPr lang="en-US" dirty="0"/>
              <a:t>Footer</a:t>
            </a:r>
            <a:endParaRPr lang="en-AU" dirty="0"/>
          </a:p>
        </p:txBody>
      </p:sp>
    </p:spTree>
    <p:extLst>
      <p:ext uri="{BB962C8B-B14F-4D97-AF65-F5344CB8AC3E}">
        <p14:creationId xmlns:p14="http://schemas.microsoft.com/office/powerpoint/2010/main" val="4118768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FB0B087-FC92-F5F7-348E-CA1255882AC0}"/>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DM Sans 14pt Medium" pitchFamily="2" charset="77"/>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5EBD2096-F516-0AC8-D50E-149733783ACF}"/>
              </a:ext>
            </a:extLst>
          </p:cNvPr>
          <p:cNvSpPr>
            <a:spLocks noGrp="1"/>
          </p:cNvSpPr>
          <p:nvPr>
            <p:ph type="body" sz="quarter" idx="21" hasCustomPrompt="1"/>
          </p:nvPr>
        </p:nvSpPr>
        <p:spPr>
          <a:xfrm>
            <a:off x="307976" y="1242909"/>
            <a:ext cx="4488352" cy="465912"/>
          </a:xfrm>
          <a:prstGeom prst="rect">
            <a:avLst/>
          </a:prstGeom>
        </p:spPr>
        <p:txBody>
          <a:bodyPr/>
          <a:lstStyle>
            <a:lvl1pPr marL="0" indent="0">
              <a:lnSpc>
                <a:spcPct val="110000"/>
              </a:lnSpc>
              <a:spcBef>
                <a:spcPts val="0"/>
              </a:spcBef>
              <a:buNone/>
              <a:defRPr sz="1800" b="0" i="0">
                <a:latin typeface="DM Sans 14pt Medium" pitchFamily="2" charset="77"/>
              </a:defRPr>
            </a:lvl1pPr>
          </a:lstStyle>
          <a:p>
            <a:pPr lvl="0"/>
            <a:r>
              <a:rPr lang="en-US" dirty="0"/>
              <a:t>Click to add sub-title</a:t>
            </a:r>
            <a:endParaRPr lang="en-AU" dirty="0"/>
          </a:p>
        </p:txBody>
      </p:sp>
      <p:sp>
        <p:nvSpPr>
          <p:cNvPr id="12" name="Oval 11">
            <a:extLst>
              <a:ext uri="{FF2B5EF4-FFF2-40B4-BE49-F238E27FC236}">
                <a16:creationId xmlns:a16="http://schemas.microsoft.com/office/drawing/2014/main" id="{E80D1195-814B-4A2A-9891-639EB113BBF9}"/>
              </a:ext>
            </a:extLst>
          </p:cNvPr>
          <p:cNvSpPr/>
          <p:nvPr userDrawn="1"/>
        </p:nvSpPr>
        <p:spPr>
          <a:xfrm>
            <a:off x="1323076" y="2155406"/>
            <a:ext cx="2880000" cy="2880000"/>
          </a:xfrm>
          <a:prstGeom prst="ellipse">
            <a:avLst/>
          </a:prstGeom>
          <a:solidFill>
            <a:srgbClr val="2B3A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5">
            <a:extLst>
              <a:ext uri="{FF2B5EF4-FFF2-40B4-BE49-F238E27FC236}">
                <a16:creationId xmlns:a16="http://schemas.microsoft.com/office/drawing/2014/main" id="{28EAC9EF-A209-734F-11C8-87E59107B759}"/>
              </a:ext>
            </a:extLst>
          </p:cNvPr>
          <p:cNvSpPr>
            <a:spLocks noGrp="1"/>
          </p:cNvSpPr>
          <p:nvPr>
            <p:ph type="body" sz="quarter" idx="12" hasCustomPrompt="1"/>
          </p:nvPr>
        </p:nvSpPr>
        <p:spPr>
          <a:xfrm>
            <a:off x="1563990" y="3012104"/>
            <a:ext cx="2398172" cy="833791"/>
          </a:xfrm>
          <a:prstGeom prst="rect">
            <a:avLst/>
          </a:prstGeom>
        </p:spPr>
        <p:txBody>
          <a:bodyPr anchor="b"/>
          <a:lstStyle>
            <a:lvl1pPr marL="0" indent="0" algn="ctr">
              <a:buNone/>
              <a:defRPr sz="8000" b="0" i="0" baseline="0">
                <a:solidFill>
                  <a:schemeClr val="bg1"/>
                </a:solidFill>
                <a:latin typeface="DM Sans" pitchFamily="2" charset="77"/>
              </a:defRPr>
            </a:lvl1pPr>
          </a:lstStyle>
          <a:p>
            <a:pPr lvl="0"/>
            <a:r>
              <a:rPr lang="en-US" dirty="0"/>
              <a:t>XX%</a:t>
            </a:r>
            <a:endParaRPr lang="en-AU" dirty="0"/>
          </a:p>
        </p:txBody>
      </p:sp>
      <p:sp>
        <p:nvSpPr>
          <p:cNvPr id="14" name="Text Placeholder 11">
            <a:extLst>
              <a:ext uri="{FF2B5EF4-FFF2-40B4-BE49-F238E27FC236}">
                <a16:creationId xmlns:a16="http://schemas.microsoft.com/office/drawing/2014/main" id="{F2F2B5BF-E3F2-DA96-498F-818AF9C0A450}"/>
              </a:ext>
            </a:extLst>
          </p:cNvPr>
          <p:cNvSpPr>
            <a:spLocks noGrp="1"/>
          </p:cNvSpPr>
          <p:nvPr>
            <p:ph type="body" sz="quarter" idx="19" hasCustomPrompt="1"/>
          </p:nvPr>
        </p:nvSpPr>
        <p:spPr>
          <a:xfrm>
            <a:off x="1563990" y="3708750"/>
            <a:ext cx="2430490" cy="1134427"/>
          </a:xfrm>
          <a:prstGeom prst="rect">
            <a:avLst/>
          </a:prstGeom>
        </p:spPr>
        <p:txBody>
          <a:bodyPr/>
          <a:lstStyle>
            <a:lvl1pPr marL="0" indent="0">
              <a:lnSpc>
                <a:spcPct val="130000"/>
              </a:lnSpc>
              <a:spcBef>
                <a:spcPts val="0"/>
              </a:spcBef>
              <a:buClr>
                <a:schemeClr val="bg1"/>
              </a:buClr>
              <a:buNone/>
              <a:defRPr sz="1600">
                <a:solidFill>
                  <a:schemeClr val="bg1"/>
                </a:solidFill>
                <a:latin typeface="DM Sans"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6" name="Text Placeholder 11">
            <a:extLst>
              <a:ext uri="{FF2B5EF4-FFF2-40B4-BE49-F238E27FC236}">
                <a16:creationId xmlns:a16="http://schemas.microsoft.com/office/drawing/2014/main" id="{9D457955-45AC-FF8C-6547-6D54135D6BEB}"/>
              </a:ext>
            </a:extLst>
          </p:cNvPr>
          <p:cNvSpPr>
            <a:spLocks noGrp="1"/>
          </p:cNvSpPr>
          <p:nvPr>
            <p:ph type="body" sz="quarter" idx="22" hasCustomPrompt="1"/>
          </p:nvPr>
        </p:nvSpPr>
        <p:spPr>
          <a:xfrm>
            <a:off x="8599619" y="5035406"/>
            <a:ext cx="3134238" cy="1395471"/>
          </a:xfrm>
          <a:prstGeom prst="rect">
            <a:avLst/>
          </a:prstGeom>
        </p:spPr>
        <p:txBody>
          <a:bodyPr/>
          <a:lstStyle>
            <a:lvl1pPr marL="0" indent="0">
              <a:buClr>
                <a:schemeClr val="bg1"/>
              </a:buClr>
              <a:buNone/>
              <a:defRPr sz="1200">
                <a:solidFill>
                  <a:schemeClr val="bg2">
                    <a:lumMod val="10000"/>
                  </a:schemeClr>
                </a:solidFill>
                <a:latin typeface="DM Sans"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7" name="Text Placeholder 5">
            <a:extLst>
              <a:ext uri="{FF2B5EF4-FFF2-40B4-BE49-F238E27FC236}">
                <a16:creationId xmlns:a16="http://schemas.microsoft.com/office/drawing/2014/main" id="{88AF47E7-14BE-0451-398B-86194D42D31D}"/>
              </a:ext>
            </a:extLst>
          </p:cNvPr>
          <p:cNvSpPr>
            <a:spLocks noGrp="1"/>
          </p:cNvSpPr>
          <p:nvPr>
            <p:ph type="body" sz="quarter" idx="23" hasCustomPrompt="1"/>
          </p:nvPr>
        </p:nvSpPr>
        <p:spPr>
          <a:xfrm>
            <a:off x="1114817" y="6474601"/>
            <a:ext cx="7308375" cy="184666"/>
          </a:xfrm>
          <a:prstGeom prst="rect">
            <a:avLst/>
          </a:prstGeom>
        </p:spPr>
        <p:txBody>
          <a:bodyPr/>
          <a:lstStyle>
            <a:lvl1pPr marL="0" indent="0">
              <a:lnSpc>
                <a:spcPct val="110000"/>
              </a:lnSpc>
              <a:spcBef>
                <a:spcPts val="0"/>
              </a:spcBef>
              <a:buNone/>
              <a:defRPr sz="600" b="0" i="0">
                <a:latin typeface="DM Sans" pitchFamily="2" charset="77"/>
              </a:defRPr>
            </a:lvl1pPr>
          </a:lstStyle>
          <a:p>
            <a:pPr lvl="0"/>
            <a:r>
              <a:rPr lang="en-US" dirty="0"/>
              <a:t>Footer</a:t>
            </a:r>
            <a:endParaRPr lang="en-AU" dirty="0"/>
          </a:p>
        </p:txBody>
      </p:sp>
    </p:spTree>
    <p:extLst>
      <p:ext uri="{BB962C8B-B14F-4D97-AF65-F5344CB8AC3E}">
        <p14:creationId xmlns:p14="http://schemas.microsoft.com/office/powerpoint/2010/main" val="328103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F2FA7C0-06C4-B84F-3FC8-C97BAC14DC3F}"/>
              </a:ext>
            </a:extLst>
          </p:cNvPr>
          <p:cNvSpPr>
            <a:spLocks noGrp="1"/>
          </p:cNvSpPr>
          <p:nvPr>
            <p:ph type="title" hasCustomPrompt="1"/>
          </p:nvPr>
        </p:nvSpPr>
        <p:spPr>
          <a:xfrm>
            <a:off x="307975" y="291066"/>
            <a:ext cx="7610729" cy="833791"/>
          </a:xfrm>
        </p:spPr>
        <p:txBody>
          <a:bodyPr>
            <a:normAutofit/>
          </a:bodyPr>
          <a:lstStyle>
            <a:lvl1pPr>
              <a:defRPr sz="3200" b="0" i="0">
                <a:solidFill>
                  <a:srgbClr val="980000"/>
                </a:solidFill>
                <a:latin typeface="DM Sans 14pt Medium" pitchFamily="2" charset="77"/>
              </a:defRPr>
            </a:lvl1pPr>
          </a:lstStyle>
          <a:p>
            <a:r>
              <a:rPr lang="en-US" dirty="0"/>
              <a:t>Click to add slide title</a:t>
            </a:r>
            <a:endParaRPr lang="en-AU" dirty="0"/>
          </a:p>
        </p:txBody>
      </p:sp>
      <p:sp>
        <p:nvSpPr>
          <p:cNvPr id="10" name="Text Placeholder 5">
            <a:extLst>
              <a:ext uri="{FF2B5EF4-FFF2-40B4-BE49-F238E27FC236}">
                <a16:creationId xmlns:a16="http://schemas.microsoft.com/office/drawing/2014/main" id="{3675DA06-888B-C7DD-8301-92733ED61CDC}"/>
              </a:ext>
            </a:extLst>
          </p:cNvPr>
          <p:cNvSpPr>
            <a:spLocks noGrp="1"/>
          </p:cNvSpPr>
          <p:nvPr>
            <p:ph type="body" sz="quarter" idx="12" hasCustomPrompt="1"/>
          </p:nvPr>
        </p:nvSpPr>
        <p:spPr>
          <a:xfrm>
            <a:off x="8705089" y="1708821"/>
            <a:ext cx="2398172" cy="833791"/>
          </a:xfrm>
          <a:prstGeom prst="rect">
            <a:avLst/>
          </a:prstGeom>
        </p:spPr>
        <p:txBody>
          <a:bodyPr anchor="b"/>
          <a:lstStyle>
            <a:lvl1pPr marL="0" indent="0">
              <a:lnSpc>
                <a:spcPct val="130000"/>
              </a:lnSpc>
              <a:spcBef>
                <a:spcPts val="0"/>
              </a:spcBef>
              <a:buNone/>
              <a:defRPr sz="6000" b="0" i="0" baseline="0">
                <a:solidFill>
                  <a:schemeClr val="bg1"/>
                </a:solidFill>
                <a:latin typeface="DM Sans 14pt Medium" pitchFamily="2" charset="77"/>
              </a:defRPr>
            </a:lvl1pPr>
          </a:lstStyle>
          <a:p>
            <a:pPr lvl="0"/>
            <a:r>
              <a:rPr lang="en-US" dirty="0"/>
              <a:t>XX%</a:t>
            </a:r>
            <a:endParaRPr lang="en-AU" dirty="0"/>
          </a:p>
        </p:txBody>
      </p:sp>
      <p:sp>
        <p:nvSpPr>
          <p:cNvPr id="11" name="Text Placeholder 11">
            <a:extLst>
              <a:ext uri="{FF2B5EF4-FFF2-40B4-BE49-F238E27FC236}">
                <a16:creationId xmlns:a16="http://schemas.microsoft.com/office/drawing/2014/main" id="{8F7531AC-D68B-8258-4A9E-35AAFDB2D746}"/>
              </a:ext>
            </a:extLst>
          </p:cNvPr>
          <p:cNvSpPr>
            <a:spLocks noGrp="1"/>
          </p:cNvSpPr>
          <p:nvPr>
            <p:ph type="body" sz="quarter" idx="19" hasCustomPrompt="1"/>
          </p:nvPr>
        </p:nvSpPr>
        <p:spPr>
          <a:xfrm>
            <a:off x="8672771" y="2468309"/>
            <a:ext cx="2430490" cy="1134427"/>
          </a:xfrm>
          <a:prstGeom prst="rect">
            <a:avLst/>
          </a:prstGeom>
        </p:spPr>
        <p:txBody>
          <a:bodyPr/>
          <a:lstStyle>
            <a:lvl1pPr marL="0" indent="0">
              <a:lnSpc>
                <a:spcPct val="130000"/>
              </a:lnSpc>
              <a:spcBef>
                <a:spcPts val="0"/>
              </a:spcBef>
              <a:buClr>
                <a:schemeClr val="bg1"/>
              </a:buClr>
              <a:buNone/>
              <a:defRPr sz="1200" b="0" i="0">
                <a:solidFill>
                  <a:schemeClr val="bg1"/>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2" name="Text Placeholder 11">
            <a:extLst>
              <a:ext uri="{FF2B5EF4-FFF2-40B4-BE49-F238E27FC236}">
                <a16:creationId xmlns:a16="http://schemas.microsoft.com/office/drawing/2014/main" id="{1B81B08C-29E8-A8F7-F699-A91EC9E549A0}"/>
              </a:ext>
            </a:extLst>
          </p:cNvPr>
          <p:cNvSpPr>
            <a:spLocks noGrp="1"/>
          </p:cNvSpPr>
          <p:nvPr>
            <p:ph type="body" sz="quarter" idx="20" hasCustomPrompt="1"/>
          </p:nvPr>
        </p:nvSpPr>
        <p:spPr>
          <a:xfrm>
            <a:off x="8672771" y="4946188"/>
            <a:ext cx="2430490" cy="1134427"/>
          </a:xfrm>
          <a:prstGeom prst="rect">
            <a:avLst/>
          </a:prstGeom>
        </p:spPr>
        <p:txBody>
          <a:bodyPr/>
          <a:lstStyle>
            <a:lvl1pPr marL="0" indent="0">
              <a:lnSpc>
                <a:spcPct val="130000"/>
              </a:lnSpc>
              <a:spcBef>
                <a:spcPts val="0"/>
              </a:spcBef>
              <a:buClr>
                <a:schemeClr val="bg1"/>
              </a:buClr>
              <a:buNone/>
              <a:defRPr sz="1200" b="0" i="0">
                <a:solidFill>
                  <a:schemeClr val="bg2">
                    <a:lumMod val="10000"/>
                  </a:schemeClr>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3" name="Text Placeholder 5">
            <a:extLst>
              <a:ext uri="{FF2B5EF4-FFF2-40B4-BE49-F238E27FC236}">
                <a16:creationId xmlns:a16="http://schemas.microsoft.com/office/drawing/2014/main" id="{DBEEA9DE-E0AC-0917-01D3-E733D4C8EDBC}"/>
              </a:ext>
            </a:extLst>
          </p:cNvPr>
          <p:cNvSpPr>
            <a:spLocks noGrp="1"/>
          </p:cNvSpPr>
          <p:nvPr>
            <p:ph type="body" sz="quarter" idx="21" hasCustomPrompt="1"/>
          </p:nvPr>
        </p:nvSpPr>
        <p:spPr>
          <a:xfrm>
            <a:off x="307975" y="1242909"/>
            <a:ext cx="7308375" cy="465912"/>
          </a:xfrm>
          <a:prstGeom prst="rect">
            <a:avLst/>
          </a:prstGeom>
        </p:spPr>
        <p:txBody>
          <a:bodyPr/>
          <a:lstStyle>
            <a:lvl1pPr marL="0" indent="0">
              <a:lnSpc>
                <a:spcPct val="110000"/>
              </a:lnSpc>
              <a:spcBef>
                <a:spcPts val="0"/>
              </a:spcBef>
              <a:buNone/>
              <a:defRPr sz="1800" b="0" i="0">
                <a:latin typeface="DM Sans 14pt Medium" pitchFamily="2" charset="77"/>
              </a:defRPr>
            </a:lvl1pPr>
          </a:lstStyle>
          <a:p>
            <a:pPr lvl="0"/>
            <a:r>
              <a:rPr lang="en-US" dirty="0"/>
              <a:t>Click to add sub-title</a:t>
            </a:r>
            <a:endParaRPr lang="en-AU" dirty="0"/>
          </a:p>
        </p:txBody>
      </p:sp>
      <p:sp>
        <p:nvSpPr>
          <p:cNvPr id="14" name="Oval 13">
            <a:extLst>
              <a:ext uri="{FF2B5EF4-FFF2-40B4-BE49-F238E27FC236}">
                <a16:creationId xmlns:a16="http://schemas.microsoft.com/office/drawing/2014/main" id="{D97CA12F-BD46-0D07-0759-B18B990ACA4D}"/>
              </a:ext>
            </a:extLst>
          </p:cNvPr>
          <p:cNvSpPr/>
          <p:nvPr userDrawn="1"/>
        </p:nvSpPr>
        <p:spPr>
          <a:xfrm>
            <a:off x="6133578" y="2453104"/>
            <a:ext cx="2052000" cy="2052000"/>
          </a:xfrm>
          <a:prstGeom prst="ellipse">
            <a:avLst/>
          </a:prstGeom>
          <a:solidFill>
            <a:srgbClr val="027F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DM Sans 14pt Medium" pitchFamily="2" charset="77"/>
            </a:endParaRPr>
          </a:p>
        </p:txBody>
      </p:sp>
      <p:sp>
        <p:nvSpPr>
          <p:cNvPr id="15" name="Text Placeholder 5">
            <a:extLst>
              <a:ext uri="{FF2B5EF4-FFF2-40B4-BE49-F238E27FC236}">
                <a16:creationId xmlns:a16="http://schemas.microsoft.com/office/drawing/2014/main" id="{8C0D6EAA-32BE-1C1F-BDF9-49984D89AEFA}"/>
              </a:ext>
            </a:extLst>
          </p:cNvPr>
          <p:cNvSpPr>
            <a:spLocks noGrp="1"/>
          </p:cNvSpPr>
          <p:nvPr>
            <p:ph type="body" sz="quarter" idx="22" hasCustomPrompt="1"/>
          </p:nvPr>
        </p:nvSpPr>
        <p:spPr>
          <a:xfrm>
            <a:off x="6396847" y="2850428"/>
            <a:ext cx="1752155" cy="833791"/>
          </a:xfrm>
          <a:prstGeom prst="rect">
            <a:avLst/>
          </a:prstGeom>
        </p:spPr>
        <p:txBody>
          <a:bodyPr anchor="b"/>
          <a:lstStyle>
            <a:lvl1pPr marL="0" indent="0">
              <a:lnSpc>
                <a:spcPct val="130000"/>
              </a:lnSpc>
              <a:spcBef>
                <a:spcPts val="0"/>
              </a:spcBef>
              <a:buNone/>
              <a:defRPr sz="6000" b="0" i="0" baseline="0">
                <a:solidFill>
                  <a:schemeClr val="bg1"/>
                </a:solidFill>
                <a:latin typeface="DM Sans 14pt Medium" pitchFamily="2" charset="77"/>
              </a:defRPr>
            </a:lvl1pPr>
          </a:lstStyle>
          <a:p>
            <a:pPr lvl="0"/>
            <a:r>
              <a:rPr lang="en-US" dirty="0"/>
              <a:t>XX%</a:t>
            </a:r>
            <a:endParaRPr lang="en-AU" dirty="0"/>
          </a:p>
        </p:txBody>
      </p:sp>
      <p:sp>
        <p:nvSpPr>
          <p:cNvPr id="16" name="Text Placeholder 11">
            <a:extLst>
              <a:ext uri="{FF2B5EF4-FFF2-40B4-BE49-F238E27FC236}">
                <a16:creationId xmlns:a16="http://schemas.microsoft.com/office/drawing/2014/main" id="{20E7C0AB-66A3-4DB0-2CAF-DD95F722468B}"/>
              </a:ext>
            </a:extLst>
          </p:cNvPr>
          <p:cNvSpPr>
            <a:spLocks noGrp="1"/>
          </p:cNvSpPr>
          <p:nvPr>
            <p:ph type="body" sz="quarter" idx="23" hasCustomPrompt="1"/>
          </p:nvPr>
        </p:nvSpPr>
        <p:spPr>
          <a:xfrm>
            <a:off x="6401105" y="3463612"/>
            <a:ext cx="1517599" cy="698313"/>
          </a:xfrm>
          <a:prstGeom prst="rect">
            <a:avLst/>
          </a:prstGeom>
        </p:spPr>
        <p:txBody>
          <a:bodyPr/>
          <a:lstStyle>
            <a:lvl1pPr marL="0" indent="0">
              <a:lnSpc>
                <a:spcPct val="130000"/>
              </a:lnSpc>
              <a:spcBef>
                <a:spcPts val="0"/>
              </a:spcBef>
              <a:buClr>
                <a:schemeClr val="bg1"/>
              </a:buClr>
              <a:buNone/>
              <a:defRPr sz="1000" b="0" i="0">
                <a:solidFill>
                  <a:schemeClr val="bg1"/>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7" name="Text Placeholder 5">
            <a:extLst>
              <a:ext uri="{FF2B5EF4-FFF2-40B4-BE49-F238E27FC236}">
                <a16:creationId xmlns:a16="http://schemas.microsoft.com/office/drawing/2014/main" id="{05DE3050-5875-9C42-048A-24431367235C}"/>
              </a:ext>
            </a:extLst>
          </p:cNvPr>
          <p:cNvSpPr>
            <a:spLocks noGrp="1"/>
          </p:cNvSpPr>
          <p:nvPr>
            <p:ph type="body" sz="quarter" idx="24" hasCustomPrompt="1"/>
          </p:nvPr>
        </p:nvSpPr>
        <p:spPr>
          <a:xfrm>
            <a:off x="1114817" y="6474601"/>
            <a:ext cx="7308375" cy="184666"/>
          </a:xfrm>
          <a:prstGeom prst="rect">
            <a:avLst/>
          </a:prstGeom>
        </p:spPr>
        <p:txBody>
          <a:bodyPr/>
          <a:lstStyle>
            <a:lvl1pPr marL="0" indent="0">
              <a:lnSpc>
                <a:spcPct val="110000"/>
              </a:lnSpc>
              <a:spcBef>
                <a:spcPts val="0"/>
              </a:spcBef>
              <a:buNone/>
              <a:defRPr sz="600" b="0" i="0">
                <a:latin typeface="DM Sans 14pt Medium" pitchFamily="2" charset="77"/>
              </a:defRPr>
            </a:lvl1pPr>
          </a:lstStyle>
          <a:p>
            <a:pPr lvl="0"/>
            <a:r>
              <a:rPr lang="en-US" dirty="0"/>
              <a:t>Footer</a:t>
            </a:r>
            <a:endParaRPr lang="en-AU" dirty="0"/>
          </a:p>
        </p:txBody>
      </p:sp>
    </p:spTree>
    <p:extLst>
      <p:ext uri="{BB962C8B-B14F-4D97-AF65-F5344CB8AC3E}">
        <p14:creationId xmlns:p14="http://schemas.microsoft.com/office/powerpoint/2010/main" val="619441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F2FA7C0-06C4-B84F-3FC8-C97BAC14DC3F}"/>
              </a:ext>
            </a:extLst>
          </p:cNvPr>
          <p:cNvSpPr>
            <a:spLocks noGrp="1"/>
          </p:cNvSpPr>
          <p:nvPr>
            <p:ph type="title" hasCustomPrompt="1"/>
          </p:nvPr>
        </p:nvSpPr>
        <p:spPr>
          <a:xfrm>
            <a:off x="307975" y="291066"/>
            <a:ext cx="7610729" cy="833791"/>
          </a:xfrm>
        </p:spPr>
        <p:txBody>
          <a:bodyPr>
            <a:normAutofit/>
          </a:bodyPr>
          <a:lstStyle>
            <a:lvl1pPr>
              <a:defRPr sz="3200" b="0" i="0">
                <a:solidFill>
                  <a:srgbClr val="980000"/>
                </a:solidFill>
                <a:latin typeface="DM Sans 14pt Medium" pitchFamily="2" charset="77"/>
              </a:defRPr>
            </a:lvl1pPr>
          </a:lstStyle>
          <a:p>
            <a:r>
              <a:rPr lang="en-US" dirty="0"/>
              <a:t>Click to add slide title</a:t>
            </a:r>
            <a:endParaRPr lang="en-AU" dirty="0"/>
          </a:p>
        </p:txBody>
      </p:sp>
      <p:sp>
        <p:nvSpPr>
          <p:cNvPr id="10" name="Text Placeholder 5">
            <a:extLst>
              <a:ext uri="{FF2B5EF4-FFF2-40B4-BE49-F238E27FC236}">
                <a16:creationId xmlns:a16="http://schemas.microsoft.com/office/drawing/2014/main" id="{3675DA06-888B-C7DD-8301-92733ED61CDC}"/>
              </a:ext>
            </a:extLst>
          </p:cNvPr>
          <p:cNvSpPr>
            <a:spLocks noGrp="1"/>
          </p:cNvSpPr>
          <p:nvPr>
            <p:ph type="body" sz="quarter" idx="12" hasCustomPrompt="1"/>
          </p:nvPr>
        </p:nvSpPr>
        <p:spPr>
          <a:xfrm>
            <a:off x="8705089" y="1708821"/>
            <a:ext cx="2398172" cy="833791"/>
          </a:xfrm>
          <a:prstGeom prst="rect">
            <a:avLst/>
          </a:prstGeom>
        </p:spPr>
        <p:txBody>
          <a:bodyPr anchor="b"/>
          <a:lstStyle>
            <a:lvl1pPr marL="0" indent="0">
              <a:lnSpc>
                <a:spcPct val="130000"/>
              </a:lnSpc>
              <a:spcBef>
                <a:spcPts val="0"/>
              </a:spcBef>
              <a:buNone/>
              <a:defRPr sz="6000" b="0" i="0" baseline="0">
                <a:solidFill>
                  <a:schemeClr val="bg1"/>
                </a:solidFill>
                <a:latin typeface="DM Sans 14pt Medium" pitchFamily="2" charset="77"/>
              </a:defRPr>
            </a:lvl1pPr>
          </a:lstStyle>
          <a:p>
            <a:pPr lvl="0"/>
            <a:r>
              <a:rPr lang="en-US" dirty="0"/>
              <a:t>XX%</a:t>
            </a:r>
            <a:endParaRPr lang="en-AU" dirty="0"/>
          </a:p>
        </p:txBody>
      </p:sp>
      <p:sp>
        <p:nvSpPr>
          <p:cNvPr id="11" name="Text Placeholder 11">
            <a:extLst>
              <a:ext uri="{FF2B5EF4-FFF2-40B4-BE49-F238E27FC236}">
                <a16:creationId xmlns:a16="http://schemas.microsoft.com/office/drawing/2014/main" id="{8F7531AC-D68B-8258-4A9E-35AAFDB2D746}"/>
              </a:ext>
            </a:extLst>
          </p:cNvPr>
          <p:cNvSpPr>
            <a:spLocks noGrp="1"/>
          </p:cNvSpPr>
          <p:nvPr>
            <p:ph type="body" sz="quarter" idx="19" hasCustomPrompt="1"/>
          </p:nvPr>
        </p:nvSpPr>
        <p:spPr>
          <a:xfrm>
            <a:off x="8672771" y="2468309"/>
            <a:ext cx="2430490" cy="1134427"/>
          </a:xfrm>
          <a:prstGeom prst="rect">
            <a:avLst/>
          </a:prstGeom>
        </p:spPr>
        <p:txBody>
          <a:bodyPr/>
          <a:lstStyle>
            <a:lvl1pPr marL="0" indent="0">
              <a:lnSpc>
                <a:spcPct val="130000"/>
              </a:lnSpc>
              <a:spcBef>
                <a:spcPts val="0"/>
              </a:spcBef>
              <a:buClr>
                <a:schemeClr val="bg1"/>
              </a:buClr>
              <a:buNone/>
              <a:defRPr sz="1200" b="0" i="0">
                <a:solidFill>
                  <a:schemeClr val="bg1"/>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2" name="Text Placeholder 11">
            <a:extLst>
              <a:ext uri="{FF2B5EF4-FFF2-40B4-BE49-F238E27FC236}">
                <a16:creationId xmlns:a16="http://schemas.microsoft.com/office/drawing/2014/main" id="{1B81B08C-29E8-A8F7-F699-A91EC9E549A0}"/>
              </a:ext>
            </a:extLst>
          </p:cNvPr>
          <p:cNvSpPr>
            <a:spLocks noGrp="1"/>
          </p:cNvSpPr>
          <p:nvPr>
            <p:ph type="body" sz="quarter" idx="20" hasCustomPrompt="1"/>
          </p:nvPr>
        </p:nvSpPr>
        <p:spPr>
          <a:xfrm>
            <a:off x="8672771" y="4946188"/>
            <a:ext cx="2430490" cy="1134427"/>
          </a:xfrm>
          <a:prstGeom prst="rect">
            <a:avLst/>
          </a:prstGeom>
        </p:spPr>
        <p:txBody>
          <a:bodyPr/>
          <a:lstStyle>
            <a:lvl1pPr marL="0" indent="0">
              <a:lnSpc>
                <a:spcPct val="130000"/>
              </a:lnSpc>
              <a:spcBef>
                <a:spcPts val="0"/>
              </a:spcBef>
              <a:buClr>
                <a:schemeClr val="bg1"/>
              </a:buClr>
              <a:buNone/>
              <a:defRPr sz="1200" b="0" i="0">
                <a:solidFill>
                  <a:schemeClr val="bg2">
                    <a:lumMod val="10000"/>
                  </a:schemeClr>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3" name="Text Placeholder 5">
            <a:extLst>
              <a:ext uri="{FF2B5EF4-FFF2-40B4-BE49-F238E27FC236}">
                <a16:creationId xmlns:a16="http://schemas.microsoft.com/office/drawing/2014/main" id="{DBEEA9DE-E0AC-0917-01D3-E733D4C8EDBC}"/>
              </a:ext>
            </a:extLst>
          </p:cNvPr>
          <p:cNvSpPr>
            <a:spLocks noGrp="1"/>
          </p:cNvSpPr>
          <p:nvPr>
            <p:ph type="body" sz="quarter" idx="21" hasCustomPrompt="1"/>
          </p:nvPr>
        </p:nvSpPr>
        <p:spPr>
          <a:xfrm>
            <a:off x="307975" y="1242909"/>
            <a:ext cx="7308375" cy="465912"/>
          </a:xfrm>
          <a:prstGeom prst="rect">
            <a:avLst/>
          </a:prstGeom>
        </p:spPr>
        <p:txBody>
          <a:bodyPr/>
          <a:lstStyle>
            <a:lvl1pPr marL="0" indent="0">
              <a:lnSpc>
                <a:spcPct val="110000"/>
              </a:lnSpc>
              <a:spcBef>
                <a:spcPts val="0"/>
              </a:spcBef>
              <a:buNone/>
              <a:defRPr sz="1800" b="0" i="0">
                <a:latin typeface="DM Sans 14pt Medium" pitchFamily="2" charset="77"/>
              </a:defRPr>
            </a:lvl1pPr>
          </a:lstStyle>
          <a:p>
            <a:pPr lvl="0"/>
            <a:r>
              <a:rPr lang="en-US" dirty="0"/>
              <a:t>Click to add sub-title</a:t>
            </a:r>
            <a:endParaRPr lang="en-AU" dirty="0"/>
          </a:p>
        </p:txBody>
      </p:sp>
      <p:sp>
        <p:nvSpPr>
          <p:cNvPr id="14" name="Oval 13">
            <a:extLst>
              <a:ext uri="{FF2B5EF4-FFF2-40B4-BE49-F238E27FC236}">
                <a16:creationId xmlns:a16="http://schemas.microsoft.com/office/drawing/2014/main" id="{D97CA12F-BD46-0D07-0759-B18B990ACA4D}"/>
              </a:ext>
            </a:extLst>
          </p:cNvPr>
          <p:cNvSpPr/>
          <p:nvPr userDrawn="1"/>
        </p:nvSpPr>
        <p:spPr>
          <a:xfrm>
            <a:off x="6133578" y="2453104"/>
            <a:ext cx="2052000" cy="2052000"/>
          </a:xfrm>
          <a:prstGeom prst="ellipse">
            <a:avLst/>
          </a:prstGeom>
          <a:solidFill>
            <a:srgbClr val="2B3A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DM Sans 14pt Medium" pitchFamily="2" charset="77"/>
            </a:endParaRPr>
          </a:p>
        </p:txBody>
      </p:sp>
      <p:sp>
        <p:nvSpPr>
          <p:cNvPr id="15" name="Text Placeholder 5">
            <a:extLst>
              <a:ext uri="{FF2B5EF4-FFF2-40B4-BE49-F238E27FC236}">
                <a16:creationId xmlns:a16="http://schemas.microsoft.com/office/drawing/2014/main" id="{8C0D6EAA-32BE-1C1F-BDF9-49984D89AEFA}"/>
              </a:ext>
            </a:extLst>
          </p:cNvPr>
          <p:cNvSpPr>
            <a:spLocks noGrp="1"/>
          </p:cNvSpPr>
          <p:nvPr>
            <p:ph type="body" sz="quarter" idx="22" hasCustomPrompt="1"/>
          </p:nvPr>
        </p:nvSpPr>
        <p:spPr>
          <a:xfrm>
            <a:off x="6396847" y="2850428"/>
            <a:ext cx="1752155" cy="833791"/>
          </a:xfrm>
          <a:prstGeom prst="rect">
            <a:avLst/>
          </a:prstGeom>
        </p:spPr>
        <p:txBody>
          <a:bodyPr anchor="b"/>
          <a:lstStyle>
            <a:lvl1pPr marL="0" indent="0">
              <a:lnSpc>
                <a:spcPct val="130000"/>
              </a:lnSpc>
              <a:spcBef>
                <a:spcPts val="0"/>
              </a:spcBef>
              <a:buNone/>
              <a:defRPr sz="5500" b="0" i="0" baseline="0">
                <a:solidFill>
                  <a:schemeClr val="bg1"/>
                </a:solidFill>
                <a:latin typeface="DM Sans 14pt Medium" pitchFamily="2" charset="77"/>
              </a:defRPr>
            </a:lvl1pPr>
          </a:lstStyle>
          <a:p>
            <a:pPr lvl="0"/>
            <a:r>
              <a:rPr lang="en-US" dirty="0"/>
              <a:t>XX%</a:t>
            </a:r>
            <a:endParaRPr lang="en-AU" dirty="0"/>
          </a:p>
        </p:txBody>
      </p:sp>
      <p:sp>
        <p:nvSpPr>
          <p:cNvPr id="16" name="Text Placeholder 11">
            <a:extLst>
              <a:ext uri="{FF2B5EF4-FFF2-40B4-BE49-F238E27FC236}">
                <a16:creationId xmlns:a16="http://schemas.microsoft.com/office/drawing/2014/main" id="{20E7C0AB-66A3-4DB0-2CAF-DD95F722468B}"/>
              </a:ext>
            </a:extLst>
          </p:cNvPr>
          <p:cNvSpPr>
            <a:spLocks noGrp="1"/>
          </p:cNvSpPr>
          <p:nvPr>
            <p:ph type="body" sz="quarter" idx="23" hasCustomPrompt="1"/>
          </p:nvPr>
        </p:nvSpPr>
        <p:spPr>
          <a:xfrm>
            <a:off x="6401105" y="3463612"/>
            <a:ext cx="1517599" cy="698313"/>
          </a:xfrm>
          <a:prstGeom prst="rect">
            <a:avLst/>
          </a:prstGeom>
        </p:spPr>
        <p:txBody>
          <a:bodyPr/>
          <a:lstStyle>
            <a:lvl1pPr marL="0" indent="0">
              <a:lnSpc>
                <a:spcPct val="130000"/>
              </a:lnSpc>
              <a:spcBef>
                <a:spcPts val="0"/>
              </a:spcBef>
              <a:buClr>
                <a:schemeClr val="bg1"/>
              </a:buClr>
              <a:buNone/>
              <a:defRPr sz="1000" b="0" i="0">
                <a:solidFill>
                  <a:schemeClr val="bg1"/>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7" name="Text Placeholder 5">
            <a:extLst>
              <a:ext uri="{FF2B5EF4-FFF2-40B4-BE49-F238E27FC236}">
                <a16:creationId xmlns:a16="http://schemas.microsoft.com/office/drawing/2014/main" id="{05DE3050-5875-9C42-048A-24431367235C}"/>
              </a:ext>
            </a:extLst>
          </p:cNvPr>
          <p:cNvSpPr>
            <a:spLocks noGrp="1"/>
          </p:cNvSpPr>
          <p:nvPr>
            <p:ph type="body" sz="quarter" idx="24" hasCustomPrompt="1"/>
          </p:nvPr>
        </p:nvSpPr>
        <p:spPr>
          <a:xfrm>
            <a:off x="1114817" y="6474601"/>
            <a:ext cx="7308375" cy="184666"/>
          </a:xfrm>
          <a:prstGeom prst="rect">
            <a:avLst/>
          </a:prstGeom>
        </p:spPr>
        <p:txBody>
          <a:bodyPr/>
          <a:lstStyle>
            <a:lvl1pPr marL="0" indent="0">
              <a:lnSpc>
                <a:spcPct val="110000"/>
              </a:lnSpc>
              <a:spcBef>
                <a:spcPts val="0"/>
              </a:spcBef>
              <a:buNone/>
              <a:defRPr sz="600" b="0" i="0">
                <a:latin typeface="DM Sans 14pt Medium" pitchFamily="2" charset="77"/>
              </a:defRPr>
            </a:lvl1pPr>
          </a:lstStyle>
          <a:p>
            <a:pPr lvl="0"/>
            <a:r>
              <a:rPr lang="en-US" dirty="0"/>
              <a:t>Footer</a:t>
            </a:r>
            <a:endParaRPr lang="en-AU" dirty="0"/>
          </a:p>
        </p:txBody>
      </p:sp>
    </p:spTree>
    <p:extLst>
      <p:ext uri="{BB962C8B-B14F-4D97-AF65-F5344CB8AC3E}">
        <p14:creationId xmlns:p14="http://schemas.microsoft.com/office/powerpoint/2010/main" val="1525419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7B4FB01-F056-7B89-0831-1B5BDC1693E4}"/>
              </a:ext>
            </a:extLst>
          </p:cNvPr>
          <p:cNvSpPr>
            <a:spLocks noGrp="1"/>
          </p:cNvSpPr>
          <p:nvPr>
            <p:ph type="title" hasCustomPrompt="1"/>
          </p:nvPr>
        </p:nvSpPr>
        <p:spPr>
          <a:xfrm>
            <a:off x="307975" y="291066"/>
            <a:ext cx="6422009" cy="833791"/>
          </a:xfrm>
        </p:spPr>
        <p:txBody>
          <a:bodyPr>
            <a:normAutofit/>
          </a:bodyPr>
          <a:lstStyle>
            <a:lvl1pPr>
              <a:defRPr sz="3200" b="0" i="0">
                <a:solidFill>
                  <a:srgbClr val="980000"/>
                </a:solidFill>
                <a:latin typeface="DM Sans 14pt Medium" pitchFamily="2" charset="77"/>
              </a:defRPr>
            </a:lvl1pPr>
          </a:lstStyle>
          <a:p>
            <a:r>
              <a:rPr lang="en-US" dirty="0"/>
              <a:t>Click to add slide title</a:t>
            </a:r>
            <a:endParaRPr lang="en-AU" dirty="0"/>
          </a:p>
        </p:txBody>
      </p:sp>
      <p:sp>
        <p:nvSpPr>
          <p:cNvPr id="10" name="Text Placeholder 5">
            <a:extLst>
              <a:ext uri="{FF2B5EF4-FFF2-40B4-BE49-F238E27FC236}">
                <a16:creationId xmlns:a16="http://schemas.microsoft.com/office/drawing/2014/main" id="{089FC29F-134A-D460-7644-DD3B81B56CAF}"/>
              </a:ext>
            </a:extLst>
          </p:cNvPr>
          <p:cNvSpPr>
            <a:spLocks noGrp="1"/>
          </p:cNvSpPr>
          <p:nvPr>
            <p:ph type="body" sz="quarter" idx="21" hasCustomPrompt="1"/>
          </p:nvPr>
        </p:nvSpPr>
        <p:spPr>
          <a:xfrm>
            <a:off x="307975" y="1242909"/>
            <a:ext cx="6422009" cy="465912"/>
          </a:xfrm>
          <a:prstGeom prst="rect">
            <a:avLst/>
          </a:prstGeom>
        </p:spPr>
        <p:txBody>
          <a:bodyPr/>
          <a:lstStyle>
            <a:lvl1pPr marL="0" indent="0">
              <a:lnSpc>
                <a:spcPct val="110000"/>
              </a:lnSpc>
              <a:spcBef>
                <a:spcPts val="0"/>
              </a:spcBef>
              <a:buNone/>
              <a:defRPr sz="1800" b="0" i="0">
                <a:latin typeface="DM Sans 14pt Medium" pitchFamily="2" charset="77"/>
              </a:defRPr>
            </a:lvl1pPr>
          </a:lstStyle>
          <a:p>
            <a:pPr lvl="0"/>
            <a:r>
              <a:rPr lang="en-US" dirty="0"/>
              <a:t>Click to add sub-title</a:t>
            </a:r>
            <a:endParaRPr lang="en-AU" dirty="0"/>
          </a:p>
        </p:txBody>
      </p:sp>
      <p:sp>
        <p:nvSpPr>
          <p:cNvPr id="11" name="Text Placeholder 5">
            <a:extLst>
              <a:ext uri="{FF2B5EF4-FFF2-40B4-BE49-F238E27FC236}">
                <a16:creationId xmlns:a16="http://schemas.microsoft.com/office/drawing/2014/main" id="{1D93125F-6CCB-2713-8308-FD32C577140F}"/>
              </a:ext>
            </a:extLst>
          </p:cNvPr>
          <p:cNvSpPr>
            <a:spLocks noGrp="1"/>
          </p:cNvSpPr>
          <p:nvPr>
            <p:ph type="body" sz="quarter" idx="12" hasCustomPrompt="1"/>
          </p:nvPr>
        </p:nvSpPr>
        <p:spPr>
          <a:xfrm>
            <a:off x="7991857" y="1254774"/>
            <a:ext cx="3101920" cy="833791"/>
          </a:xfrm>
          <a:prstGeom prst="rect">
            <a:avLst/>
          </a:prstGeom>
        </p:spPr>
        <p:txBody>
          <a:bodyPr anchor="b"/>
          <a:lstStyle>
            <a:lvl1pPr marL="0" indent="0">
              <a:lnSpc>
                <a:spcPct val="110000"/>
              </a:lnSpc>
              <a:spcBef>
                <a:spcPts val="0"/>
              </a:spcBef>
              <a:buNone/>
              <a:defRPr sz="6000" b="0" i="0" baseline="0">
                <a:solidFill>
                  <a:schemeClr val="bg1"/>
                </a:solidFill>
                <a:latin typeface="DM Sans 14pt Medium" pitchFamily="2" charset="77"/>
              </a:defRPr>
            </a:lvl1pPr>
          </a:lstStyle>
          <a:p>
            <a:pPr lvl="0"/>
            <a:r>
              <a:rPr lang="en-US" dirty="0"/>
              <a:t>XX%</a:t>
            </a:r>
            <a:endParaRPr lang="en-AU" dirty="0"/>
          </a:p>
        </p:txBody>
      </p:sp>
      <p:sp>
        <p:nvSpPr>
          <p:cNvPr id="12" name="Text Placeholder 11">
            <a:extLst>
              <a:ext uri="{FF2B5EF4-FFF2-40B4-BE49-F238E27FC236}">
                <a16:creationId xmlns:a16="http://schemas.microsoft.com/office/drawing/2014/main" id="{CD25A234-1B9D-DA71-4061-9BCA75AD3DB8}"/>
              </a:ext>
            </a:extLst>
          </p:cNvPr>
          <p:cNvSpPr>
            <a:spLocks noGrp="1"/>
          </p:cNvSpPr>
          <p:nvPr>
            <p:ph type="body" sz="quarter" idx="19" hasCustomPrompt="1"/>
          </p:nvPr>
        </p:nvSpPr>
        <p:spPr>
          <a:xfrm>
            <a:off x="7959539" y="2014262"/>
            <a:ext cx="3143722" cy="1134427"/>
          </a:xfrm>
          <a:prstGeom prst="rect">
            <a:avLst/>
          </a:prstGeom>
        </p:spPr>
        <p:txBody>
          <a:bodyPr/>
          <a:lstStyle>
            <a:lvl1pPr marL="0" indent="0">
              <a:lnSpc>
                <a:spcPct val="130000"/>
              </a:lnSpc>
              <a:spcBef>
                <a:spcPts val="0"/>
              </a:spcBef>
              <a:buClr>
                <a:schemeClr val="bg1"/>
              </a:buClr>
              <a:buNone/>
              <a:defRPr sz="1200" b="0" i="0">
                <a:solidFill>
                  <a:schemeClr val="bg1"/>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3" name="Text Placeholder 11">
            <a:extLst>
              <a:ext uri="{FF2B5EF4-FFF2-40B4-BE49-F238E27FC236}">
                <a16:creationId xmlns:a16="http://schemas.microsoft.com/office/drawing/2014/main" id="{400BAF6F-2FDF-B837-1517-E96F7163EA35}"/>
              </a:ext>
            </a:extLst>
          </p:cNvPr>
          <p:cNvSpPr>
            <a:spLocks noGrp="1"/>
          </p:cNvSpPr>
          <p:nvPr>
            <p:ph type="body" sz="quarter" idx="20" hasCustomPrompt="1"/>
          </p:nvPr>
        </p:nvSpPr>
        <p:spPr>
          <a:xfrm>
            <a:off x="7959539" y="4529841"/>
            <a:ext cx="3134238" cy="1395471"/>
          </a:xfrm>
          <a:prstGeom prst="rect">
            <a:avLst/>
          </a:prstGeom>
        </p:spPr>
        <p:txBody>
          <a:bodyPr/>
          <a:lstStyle>
            <a:lvl1pPr marL="0" indent="0">
              <a:lnSpc>
                <a:spcPct val="130000"/>
              </a:lnSpc>
              <a:spcBef>
                <a:spcPts val="0"/>
              </a:spcBef>
              <a:buClr>
                <a:schemeClr val="bg1"/>
              </a:buClr>
              <a:buNone/>
              <a:defRPr sz="1200" b="0" i="0">
                <a:solidFill>
                  <a:schemeClr val="bg2">
                    <a:lumMod val="10000"/>
                  </a:schemeClr>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4" name="Text Placeholder 5">
            <a:extLst>
              <a:ext uri="{FF2B5EF4-FFF2-40B4-BE49-F238E27FC236}">
                <a16:creationId xmlns:a16="http://schemas.microsoft.com/office/drawing/2014/main" id="{177A3749-49A8-592B-A073-2FCE73AEF71F}"/>
              </a:ext>
            </a:extLst>
          </p:cNvPr>
          <p:cNvSpPr>
            <a:spLocks noGrp="1"/>
          </p:cNvSpPr>
          <p:nvPr>
            <p:ph type="body" sz="quarter" idx="22" hasCustomPrompt="1"/>
          </p:nvPr>
        </p:nvSpPr>
        <p:spPr>
          <a:xfrm>
            <a:off x="1114817" y="6474601"/>
            <a:ext cx="7308375" cy="184666"/>
          </a:xfrm>
          <a:prstGeom prst="rect">
            <a:avLst/>
          </a:prstGeom>
        </p:spPr>
        <p:txBody>
          <a:bodyPr/>
          <a:lstStyle>
            <a:lvl1pPr marL="0" indent="0">
              <a:lnSpc>
                <a:spcPct val="110000"/>
              </a:lnSpc>
              <a:spcBef>
                <a:spcPts val="0"/>
              </a:spcBef>
              <a:buNone/>
              <a:defRPr sz="600" b="0" i="0">
                <a:latin typeface="DM Sans 14pt Medium" pitchFamily="2" charset="77"/>
              </a:defRPr>
            </a:lvl1pPr>
          </a:lstStyle>
          <a:p>
            <a:pPr lvl="0"/>
            <a:r>
              <a:rPr lang="en-US" dirty="0"/>
              <a:t>Footer</a:t>
            </a:r>
            <a:endParaRPr lang="en-AU" dirty="0"/>
          </a:p>
        </p:txBody>
      </p:sp>
    </p:spTree>
    <p:extLst>
      <p:ext uri="{BB962C8B-B14F-4D97-AF65-F5344CB8AC3E}">
        <p14:creationId xmlns:p14="http://schemas.microsoft.com/office/powerpoint/2010/main" val="2649476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7B4FB01-F056-7B89-0831-1B5BDC1693E4}"/>
              </a:ext>
            </a:extLst>
          </p:cNvPr>
          <p:cNvSpPr>
            <a:spLocks noGrp="1"/>
          </p:cNvSpPr>
          <p:nvPr>
            <p:ph type="title" hasCustomPrompt="1"/>
          </p:nvPr>
        </p:nvSpPr>
        <p:spPr>
          <a:xfrm>
            <a:off x="307975" y="291066"/>
            <a:ext cx="6422009" cy="833791"/>
          </a:xfrm>
        </p:spPr>
        <p:txBody>
          <a:bodyPr>
            <a:normAutofit/>
          </a:bodyPr>
          <a:lstStyle>
            <a:lvl1pPr>
              <a:defRPr sz="3200" b="0" i="0">
                <a:solidFill>
                  <a:srgbClr val="980000"/>
                </a:solidFill>
                <a:latin typeface="DM Sans 14pt Medium" pitchFamily="2" charset="77"/>
              </a:defRPr>
            </a:lvl1pPr>
          </a:lstStyle>
          <a:p>
            <a:r>
              <a:rPr lang="en-US" dirty="0"/>
              <a:t>Click to add slide title</a:t>
            </a:r>
            <a:endParaRPr lang="en-AU" dirty="0"/>
          </a:p>
        </p:txBody>
      </p:sp>
      <p:sp>
        <p:nvSpPr>
          <p:cNvPr id="10" name="Text Placeholder 5">
            <a:extLst>
              <a:ext uri="{FF2B5EF4-FFF2-40B4-BE49-F238E27FC236}">
                <a16:creationId xmlns:a16="http://schemas.microsoft.com/office/drawing/2014/main" id="{089FC29F-134A-D460-7644-DD3B81B56CAF}"/>
              </a:ext>
            </a:extLst>
          </p:cNvPr>
          <p:cNvSpPr>
            <a:spLocks noGrp="1"/>
          </p:cNvSpPr>
          <p:nvPr>
            <p:ph type="body" sz="quarter" idx="21" hasCustomPrompt="1"/>
          </p:nvPr>
        </p:nvSpPr>
        <p:spPr>
          <a:xfrm>
            <a:off x="307975" y="1242909"/>
            <a:ext cx="6422009" cy="465912"/>
          </a:xfrm>
          <a:prstGeom prst="rect">
            <a:avLst/>
          </a:prstGeom>
        </p:spPr>
        <p:txBody>
          <a:bodyPr/>
          <a:lstStyle>
            <a:lvl1pPr marL="0" indent="0">
              <a:lnSpc>
                <a:spcPct val="110000"/>
              </a:lnSpc>
              <a:spcBef>
                <a:spcPts val="0"/>
              </a:spcBef>
              <a:buNone/>
              <a:defRPr sz="1800" b="0" i="0">
                <a:latin typeface="DM Sans 14pt Medium" pitchFamily="2" charset="77"/>
              </a:defRPr>
            </a:lvl1pPr>
          </a:lstStyle>
          <a:p>
            <a:pPr lvl="0"/>
            <a:r>
              <a:rPr lang="en-US" dirty="0"/>
              <a:t>Click to add sub-title</a:t>
            </a:r>
            <a:endParaRPr lang="en-AU" dirty="0"/>
          </a:p>
        </p:txBody>
      </p:sp>
      <p:sp>
        <p:nvSpPr>
          <p:cNvPr id="11" name="Text Placeholder 5">
            <a:extLst>
              <a:ext uri="{FF2B5EF4-FFF2-40B4-BE49-F238E27FC236}">
                <a16:creationId xmlns:a16="http://schemas.microsoft.com/office/drawing/2014/main" id="{1D93125F-6CCB-2713-8308-FD32C577140F}"/>
              </a:ext>
            </a:extLst>
          </p:cNvPr>
          <p:cNvSpPr>
            <a:spLocks noGrp="1"/>
          </p:cNvSpPr>
          <p:nvPr>
            <p:ph type="body" sz="quarter" idx="12" hasCustomPrompt="1"/>
          </p:nvPr>
        </p:nvSpPr>
        <p:spPr>
          <a:xfrm>
            <a:off x="7991857" y="1254774"/>
            <a:ext cx="3101920" cy="833791"/>
          </a:xfrm>
          <a:prstGeom prst="rect">
            <a:avLst/>
          </a:prstGeom>
        </p:spPr>
        <p:txBody>
          <a:bodyPr anchor="b"/>
          <a:lstStyle>
            <a:lvl1pPr marL="0" indent="0">
              <a:lnSpc>
                <a:spcPct val="110000"/>
              </a:lnSpc>
              <a:spcBef>
                <a:spcPts val="0"/>
              </a:spcBef>
              <a:buNone/>
              <a:defRPr sz="6000" b="0" i="0" baseline="0">
                <a:solidFill>
                  <a:schemeClr val="bg1"/>
                </a:solidFill>
                <a:latin typeface="DM Sans 14pt Medium" pitchFamily="2" charset="77"/>
              </a:defRPr>
            </a:lvl1pPr>
          </a:lstStyle>
          <a:p>
            <a:pPr lvl="0"/>
            <a:r>
              <a:rPr lang="en-US" dirty="0"/>
              <a:t>XX%</a:t>
            </a:r>
            <a:endParaRPr lang="en-AU" dirty="0"/>
          </a:p>
        </p:txBody>
      </p:sp>
      <p:sp>
        <p:nvSpPr>
          <p:cNvPr id="12" name="Text Placeholder 11">
            <a:extLst>
              <a:ext uri="{FF2B5EF4-FFF2-40B4-BE49-F238E27FC236}">
                <a16:creationId xmlns:a16="http://schemas.microsoft.com/office/drawing/2014/main" id="{CD25A234-1B9D-DA71-4061-9BCA75AD3DB8}"/>
              </a:ext>
            </a:extLst>
          </p:cNvPr>
          <p:cNvSpPr>
            <a:spLocks noGrp="1"/>
          </p:cNvSpPr>
          <p:nvPr>
            <p:ph type="body" sz="quarter" idx="19" hasCustomPrompt="1"/>
          </p:nvPr>
        </p:nvSpPr>
        <p:spPr>
          <a:xfrm>
            <a:off x="7959539" y="2014262"/>
            <a:ext cx="3143722" cy="1134427"/>
          </a:xfrm>
          <a:prstGeom prst="rect">
            <a:avLst/>
          </a:prstGeom>
        </p:spPr>
        <p:txBody>
          <a:bodyPr/>
          <a:lstStyle>
            <a:lvl1pPr marL="0" indent="0">
              <a:lnSpc>
                <a:spcPct val="130000"/>
              </a:lnSpc>
              <a:spcBef>
                <a:spcPts val="0"/>
              </a:spcBef>
              <a:buClr>
                <a:schemeClr val="bg1"/>
              </a:buClr>
              <a:buNone/>
              <a:defRPr sz="1200" b="0" i="0">
                <a:solidFill>
                  <a:schemeClr val="bg1"/>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3" name="Text Placeholder 11">
            <a:extLst>
              <a:ext uri="{FF2B5EF4-FFF2-40B4-BE49-F238E27FC236}">
                <a16:creationId xmlns:a16="http://schemas.microsoft.com/office/drawing/2014/main" id="{400BAF6F-2FDF-B837-1517-E96F7163EA35}"/>
              </a:ext>
            </a:extLst>
          </p:cNvPr>
          <p:cNvSpPr>
            <a:spLocks noGrp="1"/>
          </p:cNvSpPr>
          <p:nvPr>
            <p:ph type="body" sz="quarter" idx="20" hasCustomPrompt="1"/>
          </p:nvPr>
        </p:nvSpPr>
        <p:spPr>
          <a:xfrm>
            <a:off x="7959539" y="4529841"/>
            <a:ext cx="3134238" cy="1395471"/>
          </a:xfrm>
          <a:prstGeom prst="rect">
            <a:avLst/>
          </a:prstGeom>
        </p:spPr>
        <p:txBody>
          <a:bodyPr/>
          <a:lstStyle>
            <a:lvl1pPr marL="0" indent="0">
              <a:lnSpc>
                <a:spcPct val="130000"/>
              </a:lnSpc>
              <a:spcBef>
                <a:spcPts val="0"/>
              </a:spcBef>
              <a:buClr>
                <a:schemeClr val="bg1"/>
              </a:buClr>
              <a:buNone/>
              <a:defRPr sz="1200" b="0" i="0">
                <a:solidFill>
                  <a:schemeClr val="bg1"/>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4" name="Text Placeholder 5">
            <a:extLst>
              <a:ext uri="{FF2B5EF4-FFF2-40B4-BE49-F238E27FC236}">
                <a16:creationId xmlns:a16="http://schemas.microsoft.com/office/drawing/2014/main" id="{177A3749-49A8-592B-A073-2FCE73AEF71F}"/>
              </a:ext>
            </a:extLst>
          </p:cNvPr>
          <p:cNvSpPr>
            <a:spLocks noGrp="1"/>
          </p:cNvSpPr>
          <p:nvPr>
            <p:ph type="body" sz="quarter" idx="22" hasCustomPrompt="1"/>
          </p:nvPr>
        </p:nvSpPr>
        <p:spPr>
          <a:xfrm>
            <a:off x="1114817" y="6474601"/>
            <a:ext cx="7308375" cy="184666"/>
          </a:xfrm>
          <a:prstGeom prst="rect">
            <a:avLst/>
          </a:prstGeom>
        </p:spPr>
        <p:txBody>
          <a:bodyPr/>
          <a:lstStyle>
            <a:lvl1pPr marL="0" indent="0">
              <a:lnSpc>
                <a:spcPct val="110000"/>
              </a:lnSpc>
              <a:spcBef>
                <a:spcPts val="0"/>
              </a:spcBef>
              <a:buNone/>
              <a:defRPr sz="600" b="0" i="0">
                <a:latin typeface="DM Sans 14pt Medium" pitchFamily="2" charset="77"/>
              </a:defRPr>
            </a:lvl1pPr>
          </a:lstStyle>
          <a:p>
            <a:pPr lvl="0"/>
            <a:r>
              <a:rPr lang="en-US" dirty="0"/>
              <a:t>Footer</a:t>
            </a:r>
            <a:endParaRPr lang="en-AU" dirty="0"/>
          </a:p>
        </p:txBody>
      </p:sp>
    </p:spTree>
    <p:extLst>
      <p:ext uri="{BB962C8B-B14F-4D97-AF65-F5344CB8AC3E}">
        <p14:creationId xmlns:p14="http://schemas.microsoft.com/office/powerpoint/2010/main" val="1672427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728D1F4-6153-DDEB-E710-C31DB712BDD1}"/>
              </a:ext>
            </a:extLst>
          </p:cNvPr>
          <p:cNvSpPr/>
          <p:nvPr userDrawn="1"/>
        </p:nvSpPr>
        <p:spPr>
          <a:xfrm>
            <a:off x="0" y="0"/>
            <a:ext cx="3399437"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DM Sans 14pt Medium" pitchFamily="2" charset="77"/>
            </a:endParaRPr>
          </a:p>
        </p:txBody>
      </p:sp>
      <p:sp>
        <p:nvSpPr>
          <p:cNvPr id="9" name="Title 1">
            <a:extLst>
              <a:ext uri="{FF2B5EF4-FFF2-40B4-BE49-F238E27FC236}">
                <a16:creationId xmlns:a16="http://schemas.microsoft.com/office/drawing/2014/main" id="{779C9BAE-F1AB-3821-AC88-D22BB35FD39D}"/>
              </a:ext>
            </a:extLst>
          </p:cNvPr>
          <p:cNvSpPr>
            <a:spLocks noGrp="1"/>
          </p:cNvSpPr>
          <p:nvPr>
            <p:ph type="title" hasCustomPrompt="1"/>
          </p:nvPr>
        </p:nvSpPr>
        <p:spPr>
          <a:xfrm>
            <a:off x="3788229" y="291066"/>
            <a:ext cx="8091034" cy="833791"/>
          </a:xfrm>
        </p:spPr>
        <p:txBody>
          <a:bodyPr>
            <a:normAutofit/>
          </a:bodyPr>
          <a:lstStyle>
            <a:lvl1pPr>
              <a:defRPr sz="3200" b="0" i="0">
                <a:solidFill>
                  <a:srgbClr val="980000"/>
                </a:solidFill>
                <a:latin typeface="DM Sans 14pt Medium" pitchFamily="2" charset="77"/>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74C991B3-DB49-4DC0-908F-FFB54C5964F5}"/>
              </a:ext>
            </a:extLst>
          </p:cNvPr>
          <p:cNvSpPr>
            <a:spLocks noGrp="1"/>
          </p:cNvSpPr>
          <p:nvPr>
            <p:ph type="body" sz="quarter" idx="21" hasCustomPrompt="1"/>
          </p:nvPr>
        </p:nvSpPr>
        <p:spPr>
          <a:xfrm>
            <a:off x="3788229" y="1242909"/>
            <a:ext cx="6368142" cy="465912"/>
          </a:xfrm>
          <a:prstGeom prst="rect">
            <a:avLst/>
          </a:prstGeom>
        </p:spPr>
        <p:txBody>
          <a:bodyPr/>
          <a:lstStyle>
            <a:lvl1pPr marL="0" indent="0">
              <a:lnSpc>
                <a:spcPct val="110000"/>
              </a:lnSpc>
              <a:spcBef>
                <a:spcPts val="0"/>
              </a:spcBef>
              <a:buNone/>
              <a:defRPr sz="1800" b="0" i="0">
                <a:latin typeface="DM Sans 14pt Medium" pitchFamily="2" charset="77"/>
              </a:defRPr>
            </a:lvl1pPr>
          </a:lstStyle>
          <a:p>
            <a:pPr lvl="0"/>
            <a:r>
              <a:rPr lang="en-US" dirty="0"/>
              <a:t>Click to add sub-title</a:t>
            </a:r>
            <a:endParaRPr lang="en-AU" dirty="0"/>
          </a:p>
        </p:txBody>
      </p:sp>
      <p:sp>
        <p:nvSpPr>
          <p:cNvPr id="2" name="Text Placeholder 5">
            <a:extLst>
              <a:ext uri="{FF2B5EF4-FFF2-40B4-BE49-F238E27FC236}">
                <a16:creationId xmlns:a16="http://schemas.microsoft.com/office/drawing/2014/main" id="{5B94A5B4-730E-467F-D600-C9A63094CB12}"/>
              </a:ext>
            </a:extLst>
          </p:cNvPr>
          <p:cNvSpPr>
            <a:spLocks noGrp="1"/>
          </p:cNvSpPr>
          <p:nvPr>
            <p:ph type="body" sz="quarter" idx="22" hasCustomPrompt="1"/>
          </p:nvPr>
        </p:nvSpPr>
        <p:spPr>
          <a:xfrm>
            <a:off x="4494833" y="6490930"/>
            <a:ext cx="7308375" cy="184666"/>
          </a:xfrm>
          <a:prstGeom prst="rect">
            <a:avLst/>
          </a:prstGeom>
        </p:spPr>
        <p:txBody>
          <a:bodyPr/>
          <a:lstStyle>
            <a:lvl1pPr marL="0" indent="0">
              <a:lnSpc>
                <a:spcPct val="110000"/>
              </a:lnSpc>
              <a:spcBef>
                <a:spcPts val="0"/>
              </a:spcBef>
              <a:buNone/>
              <a:defRPr sz="600" b="0" i="0">
                <a:latin typeface="DM Sans 14pt Medium" pitchFamily="2" charset="77"/>
              </a:defRPr>
            </a:lvl1pPr>
          </a:lstStyle>
          <a:p>
            <a:pPr lvl="0"/>
            <a:r>
              <a:rPr lang="en-US" dirty="0"/>
              <a:t>Footer</a:t>
            </a:r>
            <a:endParaRPr lang="en-AU" dirty="0"/>
          </a:p>
        </p:txBody>
      </p:sp>
      <p:pic>
        <p:nvPicPr>
          <p:cNvPr id="4" name="Picture 3" descr="A black background with a black square&#10;&#10;Description automatically generated with medium confidence">
            <a:extLst>
              <a:ext uri="{FF2B5EF4-FFF2-40B4-BE49-F238E27FC236}">
                <a16:creationId xmlns:a16="http://schemas.microsoft.com/office/drawing/2014/main" id="{B2433E13-D14E-DA5F-C23A-8EEA81D2AEB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05177" y="6257221"/>
            <a:ext cx="782355" cy="369388"/>
          </a:xfrm>
          <a:prstGeom prst="rect">
            <a:avLst/>
          </a:prstGeom>
        </p:spPr>
      </p:pic>
      <p:sp>
        <p:nvSpPr>
          <p:cNvPr id="5" name="Picture Placeholder 2">
            <a:extLst>
              <a:ext uri="{FF2B5EF4-FFF2-40B4-BE49-F238E27FC236}">
                <a16:creationId xmlns:a16="http://schemas.microsoft.com/office/drawing/2014/main" id="{C5CD4C6B-D54F-D7D4-F444-28D0D64080D1}"/>
              </a:ext>
            </a:extLst>
          </p:cNvPr>
          <p:cNvSpPr>
            <a:spLocks noGrp="1"/>
          </p:cNvSpPr>
          <p:nvPr>
            <p:ph type="pic" idx="1"/>
          </p:nvPr>
        </p:nvSpPr>
        <p:spPr>
          <a:xfrm>
            <a:off x="0" y="0"/>
            <a:ext cx="3399437" cy="6858000"/>
          </a:xfrm>
          <a:prstGeom prst="rect">
            <a:avLst/>
          </a:prstGeom>
        </p:spPr>
        <p:txBody>
          <a:bodyPr/>
          <a:lstStyle>
            <a:lvl1pPr marL="0" indent="0">
              <a:buNone/>
              <a:defRPr sz="3200" b="0" i="0">
                <a:latin typeface="DM Sans 14pt Medium" pitchFamily="2"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8" name="Text Placeholder 3">
            <a:extLst>
              <a:ext uri="{FF2B5EF4-FFF2-40B4-BE49-F238E27FC236}">
                <a16:creationId xmlns:a16="http://schemas.microsoft.com/office/drawing/2014/main" id="{2E5189BA-551C-831E-B7E1-277854AA7129}"/>
              </a:ext>
            </a:extLst>
          </p:cNvPr>
          <p:cNvSpPr>
            <a:spLocks noGrp="1"/>
          </p:cNvSpPr>
          <p:nvPr>
            <p:ph type="body" sz="half" idx="2"/>
          </p:nvPr>
        </p:nvSpPr>
        <p:spPr>
          <a:xfrm>
            <a:off x="3788229" y="1826873"/>
            <a:ext cx="6368142" cy="3811588"/>
          </a:xfrm>
          <a:prstGeom prst="rect">
            <a:avLst/>
          </a:prstGeom>
        </p:spPr>
        <p:txBody>
          <a:bodyPr/>
          <a:lstStyle>
            <a:lvl1pPr marL="285750" indent="-285750">
              <a:lnSpc>
                <a:spcPct val="110000"/>
              </a:lnSpc>
              <a:spcBef>
                <a:spcPts val="0"/>
              </a:spcBef>
              <a:spcAft>
                <a:spcPts val="1200"/>
              </a:spcAft>
              <a:buClr>
                <a:srgbClr val="00BDBB"/>
              </a:buClr>
              <a:buFont typeface="Arial" panose="020B0604020202020204" pitchFamily="34" charset="0"/>
              <a:buChar char="•"/>
              <a:defRPr sz="1600" b="0" i="0">
                <a:latin typeface="DM Sans 14pt Medium"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Tree>
    <p:extLst>
      <p:ext uri="{BB962C8B-B14F-4D97-AF65-F5344CB8AC3E}">
        <p14:creationId xmlns:p14="http://schemas.microsoft.com/office/powerpoint/2010/main" val="3896755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79C9BAE-F1AB-3821-AC88-D22BB35FD39D}"/>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mj-lt"/>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74C991B3-DB49-4DC0-908F-FFB54C5964F5}"/>
              </a:ext>
            </a:extLst>
          </p:cNvPr>
          <p:cNvSpPr>
            <a:spLocks noGrp="1"/>
          </p:cNvSpPr>
          <p:nvPr>
            <p:ph type="body" sz="quarter" idx="21" hasCustomPrompt="1"/>
          </p:nvPr>
        </p:nvSpPr>
        <p:spPr>
          <a:xfrm>
            <a:off x="307975" y="1242909"/>
            <a:ext cx="7308375" cy="465912"/>
          </a:xfrm>
          <a:prstGeom prst="rect">
            <a:avLst/>
          </a:prstGeom>
        </p:spPr>
        <p:txBody>
          <a:bodyPr/>
          <a:lstStyle>
            <a:lvl1pPr marL="0" indent="0">
              <a:lnSpc>
                <a:spcPct val="110000"/>
              </a:lnSpc>
              <a:spcBef>
                <a:spcPts val="0"/>
              </a:spcBef>
              <a:buNone/>
              <a:defRPr sz="1800" b="0" i="0">
                <a:latin typeface="+mj-lt"/>
              </a:defRPr>
            </a:lvl1pPr>
          </a:lstStyle>
          <a:p>
            <a:pPr lvl="0"/>
            <a:r>
              <a:rPr lang="en-US" dirty="0"/>
              <a:t>Click to add sub-title</a:t>
            </a:r>
            <a:endParaRPr lang="en-AU" dirty="0"/>
          </a:p>
        </p:txBody>
      </p:sp>
      <p:sp>
        <p:nvSpPr>
          <p:cNvPr id="2" name="Text Placeholder 5">
            <a:extLst>
              <a:ext uri="{FF2B5EF4-FFF2-40B4-BE49-F238E27FC236}">
                <a16:creationId xmlns:a16="http://schemas.microsoft.com/office/drawing/2014/main" id="{5B94A5B4-730E-467F-D600-C9A63094CB12}"/>
              </a:ext>
            </a:extLst>
          </p:cNvPr>
          <p:cNvSpPr>
            <a:spLocks noGrp="1"/>
          </p:cNvSpPr>
          <p:nvPr>
            <p:ph type="body" sz="quarter" idx="22" hasCustomPrompt="1"/>
          </p:nvPr>
        </p:nvSpPr>
        <p:spPr>
          <a:xfrm>
            <a:off x="1114817" y="6474601"/>
            <a:ext cx="7308375" cy="184666"/>
          </a:xfrm>
          <a:prstGeom prst="rect">
            <a:avLst/>
          </a:prstGeom>
        </p:spPr>
        <p:txBody>
          <a:bodyPr/>
          <a:lstStyle>
            <a:lvl1pPr>
              <a:defRPr lang="en-AU" sz="1100" b="0" i="1" dirty="0">
                <a:latin typeface="DM Sans" pitchFamily="2" charset="77"/>
              </a:defRPr>
            </a:lvl1pPr>
          </a:lstStyle>
          <a:p>
            <a:pPr marL="0" lvl="0" indent="0">
              <a:lnSpc>
                <a:spcPct val="110000"/>
              </a:lnSpc>
              <a:spcBef>
                <a:spcPts val="0"/>
              </a:spcBef>
              <a:buNone/>
            </a:pPr>
            <a:r>
              <a:rPr lang="en-US" dirty="0"/>
              <a:t>Footer</a:t>
            </a:r>
            <a:endParaRPr lang="en-AU" dirty="0"/>
          </a:p>
        </p:txBody>
      </p:sp>
      <p:sp>
        <p:nvSpPr>
          <p:cNvPr id="3" name="Text Placeholder 3">
            <a:extLst>
              <a:ext uri="{FF2B5EF4-FFF2-40B4-BE49-F238E27FC236}">
                <a16:creationId xmlns:a16="http://schemas.microsoft.com/office/drawing/2014/main" id="{C05A28D2-32E5-A1E8-866C-416FE3E4FA3C}"/>
              </a:ext>
            </a:extLst>
          </p:cNvPr>
          <p:cNvSpPr>
            <a:spLocks noGrp="1"/>
          </p:cNvSpPr>
          <p:nvPr>
            <p:ph type="body" sz="half" idx="2"/>
          </p:nvPr>
        </p:nvSpPr>
        <p:spPr>
          <a:xfrm>
            <a:off x="307975" y="1893935"/>
            <a:ext cx="5488141" cy="3811588"/>
          </a:xfrm>
          <a:prstGeom prst="rect">
            <a:avLst/>
          </a:prstGeom>
        </p:spPr>
        <p:txBody>
          <a:bodyPr/>
          <a:lstStyle>
            <a:lvl1pPr marL="285750" indent="-285750">
              <a:lnSpc>
                <a:spcPct val="110000"/>
              </a:lnSpc>
              <a:spcBef>
                <a:spcPts val="0"/>
              </a:spcBef>
              <a:spcAft>
                <a:spcPts val="1200"/>
              </a:spcAft>
              <a:buClr>
                <a:srgbClr val="00BDBB"/>
              </a:buClr>
              <a:buFont typeface="Arial" panose="020B0604020202020204" pitchFamily="34" charset="0"/>
              <a:buChar char="•"/>
              <a:defRPr sz="1600" b="0" i="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a:extLst>
              <a:ext uri="{FF2B5EF4-FFF2-40B4-BE49-F238E27FC236}">
                <a16:creationId xmlns:a16="http://schemas.microsoft.com/office/drawing/2014/main" id="{7E1B91A7-69C8-DFB6-0897-4B6BE3810DA8}"/>
              </a:ext>
            </a:extLst>
          </p:cNvPr>
          <p:cNvSpPr>
            <a:spLocks noGrp="1"/>
          </p:cNvSpPr>
          <p:nvPr>
            <p:ph type="body" sz="half" idx="23"/>
          </p:nvPr>
        </p:nvSpPr>
        <p:spPr>
          <a:xfrm>
            <a:off x="6093619" y="1893935"/>
            <a:ext cx="5488141" cy="3811588"/>
          </a:xfrm>
          <a:prstGeom prst="rect">
            <a:avLst/>
          </a:prstGeom>
        </p:spPr>
        <p:txBody>
          <a:bodyPr/>
          <a:lstStyle>
            <a:lvl1pPr marL="285750" indent="-285750">
              <a:lnSpc>
                <a:spcPct val="110000"/>
              </a:lnSpc>
              <a:spcBef>
                <a:spcPts val="0"/>
              </a:spcBef>
              <a:spcAft>
                <a:spcPts val="1200"/>
              </a:spcAft>
              <a:buClr>
                <a:srgbClr val="00BDBB"/>
              </a:buClr>
              <a:buFont typeface="Arial" panose="020B0604020202020204" pitchFamily="34" charset="0"/>
              <a:buChar char="•"/>
              <a:defRPr sz="1600" b="0" i="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Tree>
    <p:extLst>
      <p:ext uri="{BB962C8B-B14F-4D97-AF65-F5344CB8AC3E}">
        <p14:creationId xmlns:p14="http://schemas.microsoft.com/office/powerpoint/2010/main" val="31432469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79C9BAE-F1AB-3821-AC88-D22BB35FD39D}"/>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mj-lt"/>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74C991B3-DB49-4DC0-908F-FFB54C5964F5}"/>
              </a:ext>
            </a:extLst>
          </p:cNvPr>
          <p:cNvSpPr>
            <a:spLocks noGrp="1"/>
          </p:cNvSpPr>
          <p:nvPr>
            <p:ph type="body" sz="quarter" idx="21" hasCustomPrompt="1"/>
          </p:nvPr>
        </p:nvSpPr>
        <p:spPr>
          <a:xfrm>
            <a:off x="307975" y="1242909"/>
            <a:ext cx="11571288" cy="465912"/>
          </a:xfrm>
          <a:prstGeom prst="rect">
            <a:avLst/>
          </a:prstGeom>
        </p:spPr>
        <p:txBody>
          <a:bodyPr/>
          <a:lstStyle>
            <a:lvl1pPr marL="0" indent="0">
              <a:lnSpc>
                <a:spcPct val="110000"/>
              </a:lnSpc>
              <a:spcBef>
                <a:spcPts val="0"/>
              </a:spcBef>
              <a:buNone/>
              <a:defRPr sz="1800" b="0" i="0">
                <a:latin typeface="+mn-lt"/>
              </a:defRPr>
            </a:lvl1pPr>
          </a:lstStyle>
          <a:p>
            <a:pPr lvl="0"/>
            <a:r>
              <a:rPr lang="en-US" dirty="0"/>
              <a:t>Click to add sub-title</a:t>
            </a:r>
            <a:endParaRPr lang="en-AU" dirty="0"/>
          </a:p>
        </p:txBody>
      </p:sp>
      <p:sp>
        <p:nvSpPr>
          <p:cNvPr id="2" name="Text Placeholder 5">
            <a:extLst>
              <a:ext uri="{FF2B5EF4-FFF2-40B4-BE49-F238E27FC236}">
                <a16:creationId xmlns:a16="http://schemas.microsoft.com/office/drawing/2014/main" id="{5B94A5B4-730E-467F-D600-C9A63094CB12}"/>
              </a:ext>
            </a:extLst>
          </p:cNvPr>
          <p:cNvSpPr>
            <a:spLocks noGrp="1"/>
          </p:cNvSpPr>
          <p:nvPr>
            <p:ph type="body" sz="quarter" idx="22" hasCustomPrompt="1"/>
          </p:nvPr>
        </p:nvSpPr>
        <p:spPr>
          <a:xfrm>
            <a:off x="1114817" y="6474601"/>
            <a:ext cx="7308375" cy="184666"/>
          </a:xfrm>
          <a:prstGeom prst="rect">
            <a:avLst/>
          </a:prstGeom>
        </p:spPr>
        <p:txBody>
          <a:bodyPr/>
          <a:lstStyle>
            <a:lvl1pPr>
              <a:defRPr lang="en-AU" sz="1100" b="0" i="1" dirty="0">
                <a:latin typeface="DM Sans" pitchFamily="2" charset="77"/>
              </a:defRPr>
            </a:lvl1pPr>
          </a:lstStyle>
          <a:p>
            <a:pPr marL="0" lvl="0" indent="0">
              <a:lnSpc>
                <a:spcPct val="110000"/>
              </a:lnSpc>
              <a:spcBef>
                <a:spcPts val="0"/>
              </a:spcBef>
              <a:buNone/>
            </a:pPr>
            <a:r>
              <a:rPr lang="en-US" dirty="0"/>
              <a:t>Footer</a:t>
            </a:r>
            <a:endParaRPr lang="en-AU" dirty="0"/>
          </a:p>
        </p:txBody>
      </p:sp>
      <p:sp>
        <p:nvSpPr>
          <p:cNvPr id="5" name="Rounded Rectangle 4">
            <a:extLst>
              <a:ext uri="{FF2B5EF4-FFF2-40B4-BE49-F238E27FC236}">
                <a16:creationId xmlns:a16="http://schemas.microsoft.com/office/drawing/2014/main" id="{99B799EB-97C3-2444-F702-AB3686CE8BB0}"/>
              </a:ext>
            </a:extLst>
          </p:cNvPr>
          <p:cNvSpPr/>
          <p:nvPr userDrawn="1"/>
        </p:nvSpPr>
        <p:spPr>
          <a:xfrm>
            <a:off x="0" y="2035886"/>
            <a:ext cx="12192000" cy="3982066"/>
          </a:xfrm>
          <a:prstGeom prst="roundRect">
            <a:avLst>
              <a:gd name="adj" fmla="val 0"/>
            </a:avLst>
          </a:prstGeom>
          <a:solidFill>
            <a:srgbClr val="E6F8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DM Sans 14pt Medium" pitchFamily="2" charset="77"/>
            </a:endParaRPr>
          </a:p>
        </p:txBody>
      </p:sp>
    </p:spTree>
    <p:extLst>
      <p:ext uri="{BB962C8B-B14F-4D97-AF65-F5344CB8AC3E}">
        <p14:creationId xmlns:p14="http://schemas.microsoft.com/office/powerpoint/2010/main" val="21392461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7_Title Slide">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79C9BAE-F1AB-3821-AC88-D22BB35FD39D}"/>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mj-lt"/>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74C991B3-DB49-4DC0-908F-FFB54C5964F5}"/>
              </a:ext>
            </a:extLst>
          </p:cNvPr>
          <p:cNvSpPr>
            <a:spLocks noGrp="1"/>
          </p:cNvSpPr>
          <p:nvPr>
            <p:ph type="body" sz="quarter" idx="21" hasCustomPrompt="1"/>
          </p:nvPr>
        </p:nvSpPr>
        <p:spPr>
          <a:xfrm>
            <a:off x="307975" y="1242909"/>
            <a:ext cx="11571288" cy="465912"/>
          </a:xfrm>
          <a:prstGeom prst="rect">
            <a:avLst/>
          </a:prstGeom>
        </p:spPr>
        <p:txBody>
          <a:bodyPr/>
          <a:lstStyle>
            <a:lvl1pPr marL="0" indent="0">
              <a:lnSpc>
                <a:spcPct val="110000"/>
              </a:lnSpc>
              <a:spcBef>
                <a:spcPts val="0"/>
              </a:spcBef>
              <a:buNone/>
              <a:defRPr sz="1800" b="0" i="0">
                <a:latin typeface="+mn-lt"/>
              </a:defRPr>
            </a:lvl1pPr>
          </a:lstStyle>
          <a:p>
            <a:pPr lvl="0"/>
            <a:r>
              <a:rPr lang="en-US" dirty="0"/>
              <a:t>Click to add sub-title</a:t>
            </a:r>
            <a:endParaRPr lang="en-AU" dirty="0"/>
          </a:p>
        </p:txBody>
      </p:sp>
      <p:sp>
        <p:nvSpPr>
          <p:cNvPr id="2" name="Text Placeholder 5">
            <a:extLst>
              <a:ext uri="{FF2B5EF4-FFF2-40B4-BE49-F238E27FC236}">
                <a16:creationId xmlns:a16="http://schemas.microsoft.com/office/drawing/2014/main" id="{5B94A5B4-730E-467F-D600-C9A63094CB12}"/>
              </a:ext>
            </a:extLst>
          </p:cNvPr>
          <p:cNvSpPr>
            <a:spLocks noGrp="1"/>
          </p:cNvSpPr>
          <p:nvPr>
            <p:ph type="body" sz="quarter" idx="22" hasCustomPrompt="1"/>
          </p:nvPr>
        </p:nvSpPr>
        <p:spPr>
          <a:xfrm>
            <a:off x="1114817" y="6474601"/>
            <a:ext cx="7308375" cy="184666"/>
          </a:xfrm>
          <a:prstGeom prst="rect">
            <a:avLst/>
          </a:prstGeom>
        </p:spPr>
        <p:txBody>
          <a:bodyPr/>
          <a:lstStyle>
            <a:lvl1pPr>
              <a:defRPr lang="en-AU" sz="1100" b="0" i="1" dirty="0">
                <a:latin typeface="DM Sans" pitchFamily="2" charset="77"/>
              </a:defRPr>
            </a:lvl1pPr>
          </a:lstStyle>
          <a:p>
            <a:pPr marL="0" lvl="0" indent="0">
              <a:lnSpc>
                <a:spcPct val="110000"/>
              </a:lnSpc>
              <a:spcBef>
                <a:spcPts val="0"/>
              </a:spcBef>
              <a:buNone/>
            </a:pPr>
            <a:r>
              <a:rPr lang="en-US" dirty="0"/>
              <a:t>Footer</a:t>
            </a:r>
            <a:endParaRPr lang="en-AU" dirty="0"/>
          </a:p>
        </p:txBody>
      </p:sp>
    </p:spTree>
    <p:extLst>
      <p:ext uri="{BB962C8B-B14F-4D97-AF65-F5344CB8AC3E}">
        <p14:creationId xmlns:p14="http://schemas.microsoft.com/office/powerpoint/2010/main" val="31562411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003E3D"/>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98F597E-1C8D-00C0-4012-C2A285D867F6}"/>
              </a:ext>
            </a:extLst>
          </p:cNvPr>
          <p:cNvSpPr>
            <a:spLocks noGrp="1"/>
          </p:cNvSpPr>
          <p:nvPr>
            <p:ph type="title" hasCustomPrompt="1"/>
          </p:nvPr>
        </p:nvSpPr>
        <p:spPr>
          <a:xfrm>
            <a:off x="1430922" y="3012104"/>
            <a:ext cx="4665078" cy="833791"/>
          </a:xfrm>
        </p:spPr>
        <p:txBody>
          <a:bodyPr/>
          <a:lstStyle>
            <a:lvl1pPr>
              <a:lnSpc>
                <a:spcPct val="80000"/>
              </a:lnSpc>
              <a:defRPr sz="6000" b="0" i="0">
                <a:solidFill>
                  <a:schemeClr val="bg1"/>
                </a:solidFill>
                <a:latin typeface="DM Sans 14pt Medium" pitchFamily="2" charset="77"/>
              </a:defRPr>
            </a:lvl1pPr>
          </a:lstStyle>
          <a:p>
            <a:r>
              <a:rPr lang="en-US" dirty="0"/>
              <a:t>Edit chapter slide title</a:t>
            </a:r>
            <a:endParaRPr lang="en-AU" dirty="0"/>
          </a:p>
        </p:txBody>
      </p:sp>
      <p:pic>
        <p:nvPicPr>
          <p:cNvPr id="10" name="Picture 9" descr="A black background with white text&#10;&#10;Description automatically generated">
            <a:extLst>
              <a:ext uri="{FF2B5EF4-FFF2-40B4-BE49-F238E27FC236}">
                <a16:creationId xmlns:a16="http://schemas.microsoft.com/office/drawing/2014/main" id="{39A27992-63CC-88D9-4C67-038DECCDE5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9707" y="6267315"/>
            <a:ext cx="780047" cy="369387"/>
          </a:xfrm>
          <a:prstGeom prst="rect">
            <a:avLst/>
          </a:prstGeom>
          <a:solidFill>
            <a:srgbClr val="003E3D"/>
          </a:solidFill>
        </p:spPr>
      </p:pic>
    </p:spTree>
    <p:extLst>
      <p:ext uri="{BB962C8B-B14F-4D97-AF65-F5344CB8AC3E}">
        <p14:creationId xmlns:p14="http://schemas.microsoft.com/office/powerpoint/2010/main" val="71736993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rgbClr val="8A0000"/>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98F597E-1C8D-00C0-4012-C2A285D867F6}"/>
              </a:ext>
            </a:extLst>
          </p:cNvPr>
          <p:cNvSpPr>
            <a:spLocks noGrp="1"/>
          </p:cNvSpPr>
          <p:nvPr>
            <p:ph type="title" hasCustomPrompt="1"/>
          </p:nvPr>
        </p:nvSpPr>
        <p:spPr>
          <a:xfrm>
            <a:off x="1430922" y="3012104"/>
            <a:ext cx="4665078" cy="833791"/>
          </a:xfrm>
        </p:spPr>
        <p:txBody>
          <a:bodyPr/>
          <a:lstStyle>
            <a:lvl1pPr>
              <a:lnSpc>
                <a:spcPct val="80000"/>
              </a:lnSpc>
              <a:defRPr sz="6000" b="0" i="0">
                <a:solidFill>
                  <a:schemeClr val="bg1"/>
                </a:solidFill>
                <a:latin typeface="DM Sans 14pt Medium" pitchFamily="2" charset="77"/>
              </a:defRPr>
            </a:lvl1pPr>
          </a:lstStyle>
          <a:p>
            <a:r>
              <a:rPr lang="en-US" dirty="0"/>
              <a:t>Edit chapter slide title</a:t>
            </a:r>
            <a:endParaRPr lang="en-AU" dirty="0"/>
          </a:p>
        </p:txBody>
      </p:sp>
      <p:pic>
        <p:nvPicPr>
          <p:cNvPr id="7" name="Picture 6" descr="A black background with white text&#10;&#10;Description automatically generated">
            <a:extLst>
              <a:ext uri="{FF2B5EF4-FFF2-40B4-BE49-F238E27FC236}">
                <a16:creationId xmlns:a16="http://schemas.microsoft.com/office/drawing/2014/main" id="{43DF14E1-F69F-967C-C86A-7DCEEC6F32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9707" y="6267315"/>
            <a:ext cx="780047" cy="369387"/>
          </a:xfrm>
          <a:prstGeom prst="rect">
            <a:avLst/>
          </a:prstGeom>
          <a:solidFill>
            <a:srgbClr val="8A0000"/>
          </a:solidFill>
        </p:spPr>
      </p:pic>
    </p:spTree>
    <p:extLst>
      <p:ext uri="{BB962C8B-B14F-4D97-AF65-F5344CB8AC3E}">
        <p14:creationId xmlns:p14="http://schemas.microsoft.com/office/powerpoint/2010/main" val="6057327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itle Only">
    <p:bg>
      <p:bgPr>
        <a:solidFill>
          <a:srgbClr val="00BDBB"/>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98F597E-1C8D-00C0-4012-C2A285D867F6}"/>
              </a:ext>
            </a:extLst>
          </p:cNvPr>
          <p:cNvSpPr>
            <a:spLocks noGrp="1"/>
          </p:cNvSpPr>
          <p:nvPr>
            <p:ph type="title" hasCustomPrompt="1"/>
          </p:nvPr>
        </p:nvSpPr>
        <p:spPr>
          <a:xfrm>
            <a:off x="1430922" y="3012104"/>
            <a:ext cx="4665078" cy="833791"/>
          </a:xfrm>
        </p:spPr>
        <p:txBody>
          <a:bodyPr/>
          <a:lstStyle>
            <a:lvl1pPr>
              <a:lnSpc>
                <a:spcPct val="80000"/>
              </a:lnSpc>
              <a:defRPr sz="6000" b="0" i="0">
                <a:solidFill>
                  <a:schemeClr val="bg1"/>
                </a:solidFill>
                <a:latin typeface="DM Sans 14pt Medium" pitchFamily="2" charset="77"/>
              </a:defRPr>
            </a:lvl1pPr>
          </a:lstStyle>
          <a:p>
            <a:r>
              <a:rPr lang="en-US" dirty="0"/>
              <a:t>Edit chapter slide title</a:t>
            </a:r>
            <a:endParaRPr lang="en-AU" dirty="0"/>
          </a:p>
        </p:txBody>
      </p:sp>
    </p:spTree>
    <p:extLst>
      <p:ext uri="{BB962C8B-B14F-4D97-AF65-F5344CB8AC3E}">
        <p14:creationId xmlns:p14="http://schemas.microsoft.com/office/powerpoint/2010/main" val="34021826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4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19E6-9960-ACFF-603D-E89683220AC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6B6A62E-ADFC-83DF-AADE-70B3BADC7F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4CD03DB-DE38-B9B6-57E3-D4AB96356D5F}"/>
              </a:ext>
            </a:extLst>
          </p:cNvPr>
          <p:cNvSpPr>
            <a:spLocks noGrp="1"/>
          </p:cNvSpPr>
          <p:nvPr>
            <p:ph type="dt" sz="half" idx="10"/>
          </p:nvPr>
        </p:nvSpPr>
        <p:spPr/>
        <p:txBody>
          <a:bodyPr/>
          <a:lstStyle/>
          <a:p>
            <a:fld id="{CEB90C64-DACE-1C48-8E3C-97A5DA315FB1}" type="datetimeFigureOut">
              <a:rPr lang="en-US" smtClean="0"/>
              <a:t>3/15/2026</a:t>
            </a:fld>
            <a:endParaRPr lang="en-US"/>
          </a:p>
        </p:txBody>
      </p:sp>
      <p:sp>
        <p:nvSpPr>
          <p:cNvPr id="5" name="Footer Placeholder 4">
            <a:extLst>
              <a:ext uri="{FF2B5EF4-FFF2-40B4-BE49-F238E27FC236}">
                <a16:creationId xmlns:a16="http://schemas.microsoft.com/office/drawing/2014/main" id="{BEAAE0C6-AB28-B7A0-AB5E-92DECDA30A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44CD9C-8663-D352-9D76-735A2220AA82}"/>
              </a:ext>
            </a:extLst>
          </p:cNvPr>
          <p:cNvSpPr>
            <a:spLocks noGrp="1"/>
          </p:cNvSpPr>
          <p:nvPr>
            <p:ph type="sldNum" sz="quarter" idx="12"/>
          </p:nvPr>
        </p:nvSpPr>
        <p:spPr/>
        <p:txBody>
          <a:bodyPr/>
          <a:lstStyle/>
          <a:p>
            <a:fld id="{2AC5D1B2-7488-9A4C-8306-384E13AB9254}" type="slidenum">
              <a:rPr lang="en-US" smtClean="0"/>
              <a:t>‹#›</a:t>
            </a:fld>
            <a:endParaRPr lang="en-US"/>
          </a:p>
        </p:txBody>
      </p:sp>
    </p:spTree>
    <p:extLst>
      <p:ext uri="{BB962C8B-B14F-4D97-AF65-F5344CB8AC3E}">
        <p14:creationId xmlns:p14="http://schemas.microsoft.com/office/powerpoint/2010/main" val="40595701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0F72FD-29FF-7E52-1C88-12F1B5168F18}"/>
              </a:ext>
            </a:extLst>
          </p:cNvPr>
          <p:cNvSpPr>
            <a:spLocks noGrp="1"/>
          </p:cNvSpPr>
          <p:nvPr>
            <p:ph type="dt" sz="half" idx="10"/>
          </p:nvPr>
        </p:nvSpPr>
        <p:spPr>
          <a:xfrm>
            <a:off x="838200" y="6356350"/>
            <a:ext cx="2743200" cy="365125"/>
          </a:xfrm>
          <a:prstGeom prst="rect">
            <a:avLst/>
          </a:prstGeom>
        </p:spPr>
        <p:txBody>
          <a:bodyPr/>
          <a:lstStyle/>
          <a:p>
            <a:fld id="{E5FE4A79-FDF4-654E-BB60-23F8846B0C33}" type="datetimeFigureOut">
              <a:rPr lang="en-US" smtClean="0"/>
              <a:t>3/15/2026</a:t>
            </a:fld>
            <a:endParaRPr lang="en-US" dirty="0"/>
          </a:p>
        </p:txBody>
      </p:sp>
      <p:sp>
        <p:nvSpPr>
          <p:cNvPr id="3" name="Footer Placeholder 2">
            <a:extLst>
              <a:ext uri="{FF2B5EF4-FFF2-40B4-BE49-F238E27FC236}">
                <a16:creationId xmlns:a16="http://schemas.microsoft.com/office/drawing/2014/main" id="{44D6EA57-B5C0-60A2-9D0B-BB71F9DE374A}"/>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A3E3B0D3-8370-6829-B06E-85633F4AC526}"/>
              </a:ext>
            </a:extLst>
          </p:cNvPr>
          <p:cNvSpPr>
            <a:spLocks noGrp="1"/>
          </p:cNvSpPr>
          <p:nvPr>
            <p:ph type="sldNum" sz="quarter" idx="12"/>
          </p:nvPr>
        </p:nvSpPr>
        <p:spPr>
          <a:xfrm>
            <a:off x="8610600" y="6356350"/>
            <a:ext cx="2743200" cy="365125"/>
          </a:xfrm>
          <a:prstGeom prst="rect">
            <a:avLst/>
          </a:prstGeom>
        </p:spPr>
        <p:txBody>
          <a:bodyPr/>
          <a:lstStyle/>
          <a:p>
            <a:fld id="{02D78A2E-3C79-F34C-AF3B-17E55453E8E4}" type="slidenum">
              <a:rPr lang="en-US" smtClean="0"/>
              <a:t>‹#›</a:t>
            </a:fld>
            <a:endParaRPr lang="en-US" dirty="0"/>
          </a:p>
        </p:txBody>
      </p:sp>
    </p:spTree>
    <p:extLst>
      <p:ext uri="{BB962C8B-B14F-4D97-AF65-F5344CB8AC3E}">
        <p14:creationId xmlns:p14="http://schemas.microsoft.com/office/powerpoint/2010/main" val="31488871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 Id="rId2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39C4B1-3D98-BB44-4FDE-5A8734EB8EC1}"/>
              </a:ext>
            </a:extLst>
          </p:cNvPr>
          <p:cNvSpPr>
            <a:spLocks noGrp="1"/>
          </p:cNvSpPr>
          <p:nvPr>
            <p:ph type="title"/>
          </p:nvPr>
        </p:nvSpPr>
        <p:spPr>
          <a:xfrm>
            <a:off x="838200" y="268541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7" name="Slide Number Placeholder 5">
            <a:extLst>
              <a:ext uri="{FF2B5EF4-FFF2-40B4-BE49-F238E27FC236}">
                <a16:creationId xmlns:a16="http://schemas.microsoft.com/office/drawing/2014/main" id="{A5C113F6-4AFF-3606-D0E7-A3BDE2176AF4}"/>
              </a:ext>
            </a:extLst>
          </p:cNvPr>
          <p:cNvSpPr txBox="1">
            <a:spLocks/>
          </p:cNvSpPr>
          <p:nvPr userDrawn="1"/>
        </p:nvSpPr>
        <p:spPr>
          <a:xfrm>
            <a:off x="11403383" y="6400903"/>
            <a:ext cx="553784" cy="284772"/>
          </a:xfrm>
          <a:prstGeom prst="rect">
            <a:avLst/>
          </a:prstGeom>
        </p:spPr>
        <p:txBody>
          <a:bodyPr vert="horz" lIns="36000" tIns="36000" rIns="36000" bIns="36000" rtlCol="0" anchor="ctr">
            <a:noAutofit/>
          </a:bodyPr>
          <a:lstStyle>
            <a:defPPr>
              <a:defRPr lang="en-US"/>
            </a:defPPr>
            <a:lvl1pPr marL="0" algn="r" defTabSz="914400" rtl="0" eaLnBrk="1" latinLnBrk="0" hangingPunct="1">
              <a:lnSpc>
                <a:spcPct val="100000"/>
              </a:lnSpc>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70D5686-8FD5-4274-8C2C-00A51404829A}" type="slidenum">
              <a:rPr lang="en-AU" b="0" i="0" smtClean="0">
                <a:latin typeface="DM Sans" pitchFamily="2" charset="77"/>
              </a:rPr>
              <a:pPr/>
              <a:t>‹#›</a:t>
            </a:fld>
            <a:endParaRPr lang="en-AU" b="0" i="0" dirty="0">
              <a:latin typeface="DM Sans" pitchFamily="2" charset="77"/>
            </a:endParaRPr>
          </a:p>
        </p:txBody>
      </p:sp>
      <p:pic>
        <p:nvPicPr>
          <p:cNvPr id="8" name="Picture 7" descr="A black background with a black square&#10;&#10;Description automatically generated with medium confidence">
            <a:extLst>
              <a:ext uri="{FF2B5EF4-FFF2-40B4-BE49-F238E27FC236}">
                <a16:creationId xmlns:a16="http://schemas.microsoft.com/office/drawing/2014/main" id="{DAD611EA-E006-D745-D004-9CA939528697}"/>
              </a:ext>
            </a:extLst>
          </p:cNvPr>
          <p:cNvPicPr>
            <a:picLocks noChangeAspect="1"/>
          </p:cNvPicPr>
          <p:nvPr userDrawn="1"/>
        </p:nvPicPr>
        <p:blipFill>
          <a:blip r:embed="rId20">
            <a:extLst>
              <a:ext uri="{28A0092B-C50C-407E-A947-70E740481C1C}">
                <a14:useLocalDpi xmlns:a14="http://schemas.microsoft.com/office/drawing/2010/main" val="0"/>
              </a:ext>
            </a:extLst>
          </a:blip>
          <a:stretch>
            <a:fillRect/>
          </a:stretch>
        </p:blipFill>
        <p:spPr>
          <a:xfrm>
            <a:off x="192505" y="6267008"/>
            <a:ext cx="782355" cy="369388"/>
          </a:xfrm>
          <a:prstGeom prst="rect">
            <a:avLst/>
          </a:prstGeom>
        </p:spPr>
      </p:pic>
    </p:spTree>
    <p:extLst>
      <p:ext uri="{BB962C8B-B14F-4D97-AF65-F5344CB8AC3E}">
        <p14:creationId xmlns:p14="http://schemas.microsoft.com/office/powerpoint/2010/main" val="3453443432"/>
      </p:ext>
    </p:extLst>
  </p:cSld>
  <p:clrMap bg1="lt1" tx1="dk1" bg2="lt2" tx2="dk2" accent1="accent1" accent2="accent2" accent3="accent3" accent4="accent4" accent5="accent5" accent6="accent6" hlink="hlink" folHlink="folHlink"/>
  <p:sldLayoutIdLst>
    <p:sldLayoutId id="2147483649" r:id="rId1"/>
    <p:sldLayoutId id="2147483670" r:id="rId2"/>
    <p:sldLayoutId id="2147483669" r:id="rId3"/>
    <p:sldLayoutId id="2147483650" r:id="rId4"/>
    <p:sldLayoutId id="2147483667" r:id="rId5"/>
    <p:sldLayoutId id="2147483651" r:id="rId6"/>
    <p:sldLayoutId id="2147483666" r:id="rId7"/>
    <p:sldLayoutId id="2147483652" r:id="rId8"/>
    <p:sldLayoutId id="2147483664" r:id="rId9"/>
    <p:sldLayoutId id="2147483663" r:id="rId10"/>
    <p:sldLayoutId id="2147483660" r:id="rId11"/>
    <p:sldLayoutId id="2147483665" r:id="rId12"/>
    <p:sldLayoutId id="2147483683" r:id="rId13"/>
    <p:sldLayoutId id="2147483654" r:id="rId14"/>
    <p:sldLayoutId id="2147483661" r:id="rId15"/>
    <p:sldLayoutId id="2147483662" r:id="rId16"/>
    <p:sldLayoutId id="2147483684" r:id="rId17"/>
    <p:sldLayoutId id="2147483685" r:id="rId18"/>
  </p:sldLayoutIdLst>
  <p:txStyles>
    <p:titleStyle>
      <a:lvl1pPr algn="l" defTabSz="914400" rtl="0" eaLnBrk="1" latinLnBrk="0" hangingPunct="1">
        <a:lnSpc>
          <a:spcPct val="90000"/>
        </a:lnSpc>
        <a:spcBef>
          <a:spcPct val="0"/>
        </a:spcBef>
        <a:buNone/>
        <a:defRPr sz="4400" b="0" i="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8" y="2286000"/>
            <a:ext cx="10972800" cy="1280160"/>
          </a:xfrm>
          <a:prstGeom prst="rect">
            <a:avLst/>
          </a:prstGeom>
          <a:noFill/>
        </p:spPr>
        <p:txBody>
          <a:bodyPr wrap="square">
            <a:spAutoFit/>
          </a:bodyPr>
          <a:lstStyle/>
          <a:p>
            <a:pPr algn="ctr"/>
            <a:r>
              <a:rPr sz="3200" b="1" i="0">
                <a:solidFill>
                  <a:srgbClr val="FFFFFF"/>
                </a:solidFill>
              </a:rPr>
              <a:t>Sample Survey</a:t>
            </a:r>
          </a:p>
        </p:txBody>
      </p:sp>
      <p:sp>
        <p:nvSpPr>
          <p:cNvPr id="4" name="TextBox 3"/>
          <p:cNvSpPr txBox="1"/>
          <p:nvPr/>
        </p:nvSpPr>
        <p:spPr>
          <a:xfrm>
            <a:off x="612648" y="3566160"/>
            <a:ext cx="10972800" cy="640080"/>
          </a:xfrm>
          <a:prstGeom prst="rect">
            <a:avLst/>
          </a:prstGeom>
          <a:noFill/>
        </p:spPr>
        <p:txBody>
          <a:bodyPr wrap="square">
            <a:spAutoFit/>
          </a:bodyPr>
          <a:lstStyle/>
          <a:p>
            <a:pPr algn="ctr"/>
            <a:r>
              <a:rPr sz="1800" b="0" i="0">
                <a:solidFill>
                  <a:srgbClr val="7DD8D8"/>
                </a:solidFill>
              </a:rPr>
              <a:t>March 2026</a:t>
            </a:r>
          </a:p>
        </p:txBody>
      </p:sp>
      <p:sp>
        <p:nvSpPr>
          <p:cNvPr id="5" name="TextBox 4"/>
          <p:cNvSpPr txBox="1"/>
          <p:nvPr/>
        </p:nvSpPr>
        <p:spPr>
          <a:xfrm>
            <a:off x="612648" y="6217920"/>
            <a:ext cx="10972800" cy="365760"/>
          </a:xfrm>
          <a:prstGeom prst="rect">
            <a:avLst/>
          </a:prstGeom>
          <a:noFill/>
        </p:spPr>
        <p:txBody>
          <a:bodyPr wrap="square">
            <a:spAutoFit/>
          </a:bodyPr>
          <a:lstStyle/>
          <a:p>
            <a:pPr algn="ctr"/>
            <a:r>
              <a:rPr sz="1000" b="0" i="0">
                <a:solidFill>
                  <a:srgbClr val="7DD8D8"/>
                </a:solidFill>
              </a:rPr>
              <a:t>n=200 respondents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0"/>
          </a:xfrm>
          <a:prstGeom prst="rect">
            <a:avLst/>
          </a:prstGeom>
          <a:solidFill>
            <a:srgbClr val="1B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0"/>
            <a:ext cx="11457432" cy="594360"/>
          </a:xfrm>
          <a:prstGeom prst="rect">
            <a:avLst/>
          </a:prstGeom>
          <a:noFill/>
        </p:spPr>
        <p:txBody>
          <a:bodyPr wrap="square">
            <a:spAutoFit/>
          </a:bodyPr>
          <a:lstStyle/>
          <a:p>
            <a:pPr algn="l"/>
            <a:r>
              <a:rPr sz="1800" b="1" i="0">
                <a:solidFill>
                  <a:srgbClr val="D94438"/>
                </a:solidFill>
              </a:rPr>
              <a:t>Respondent ID</a:t>
            </a:r>
          </a:p>
        </p:txBody>
      </p:sp>
      <p:sp>
        <p:nvSpPr>
          <p:cNvPr id="4" name="TextBox 3"/>
          <p:cNvSpPr txBox="1"/>
          <p:nvPr/>
        </p:nvSpPr>
        <p:spPr>
          <a:xfrm>
            <a:off x="365760" y="1051560"/>
            <a:ext cx="11457432" cy="347472"/>
          </a:xfrm>
          <a:prstGeom prst="rect">
            <a:avLst/>
          </a:prstGeom>
          <a:noFill/>
        </p:spPr>
        <p:txBody>
          <a:bodyPr wrap="square">
            <a:spAutoFit/>
          </a:bodyPr>
          <a:lstStyle/>
          <a:p>
            <a:pPr algn="l"/>
            <a:r>
              <a:rPr sz="1100" b="0" i="1">
                <a:solidFill>
                  <a:srgbClr val="58595B"/>
                </a:solidFill>
              </a:rPr>
              <a:t>[respondent_id] — numeric summary</a:t>
            </a:r>
          </a:p>
        </p:txBody>
      </p:sp>
      <p:sp>
        <p:nvSpPr>
          <p:cNvPr id="5" name="TextBox 4"/>
          <p:cNvSpPr txBox="1"/>
          <p:nvPr/>
        </p:nvSpPr>
        <p:spPr>
          <a:xfrm>
            <a:off x="7434072" y="1417320"/>
            <a:ext cx="4389119" cy="4251960"/>
          </a:xfrm>
          <a:prstGeom prst="rect">
            <a:avLst/>
          </a:prstGeom>
          <a:noFill/>
        </p:spPr>
        <p:txBody>
          <a:bodyPr wrap="square">
            <a:spAutoFit/>
          </a:bodyPr>
          <a:lstStyle/>
          <a:p>
            <a:r>
              <a:rPr sz="1000" b="0">
                <a:solidFill>
                  <a:srgbClr val="58595B"/>
                </a:solidFill>
              </a:rPr>
              <a:t>Add commentary here.</a:t>
            </a:r>
          </a:p>
        </p:txBody>
      </p:sp>
      <p:sp>
        <p:nvSpPr>
          <p:cNvPr id="6" name="TextBox 5"/>
          <p:cNvSpPr txBox="1"/>
          <p:nvPr/>
        </p:nvSpPr>
        <p:spPr>
          <a:xfrm>
            <a:off x="365760" y="6492240"/>
            <a:ext cx="11457432" cy="256032"/>
          </a:xfrm>
          <a:prstGeom prst="rect">
            <a:avLst/>
          </a:prstGeom>
          <a:noFill/>
        </p:spPr>
        <p:txBody>
          <a:bodyPr wrap="square">
            <a:spAutoFit/>
          </a:bodyPr>
          <a:lstStyle/>
          <a:p>
            <a:pPr algn="l"/>
            <a:r>
              <a:rPr sz="800" b="0" i="1">
                <a:solidFill>
                  <a:srgbClr val="58595B"/>
                </a:solidFill>
              </a:rPr>
              <a:t>Base: all respondents (n=200)</a:t>
            </a:r>
          </a:p>
        </p:txBody>
      </p:sp>
      <p:sp>
        <p:nvSpPr>
          <p:cNvPr id="7" name="TextBox 6"/>
          <p:cNvSpPr txBox="1"/>
          <p:nvPr/>
        </p:nvSpPr>
        <p:spPr>
          <a:xfrm>
            <a:off x="11338560" y="91440"/>
            <a:ext cx="612648" cy="274320"/>
          </a:xfrm>
          <a:prstGeom prst="rect">
            <a:avLst/>
          </a:prstGeom>
          <a:noFill/>
        </p:spPr>
        <p:txBody>
          <a:bodyPr wrap="square">
            <a:spAutoFit/>
          </a:bodyPr>
          <a:lstStyle/>
          <a:p>
            <a:pPr algn="r"/>
            <a:r>
              <a:rPr sz="800" b="0" i="0">
                <a:solidFill>
                  <a:srgbClr val="FFFFFF"/>
                </a:solidFil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0"/>
          </a:xfrm>
          <a:prstGeom prst="rect">
            <a:avLst/>
          </a:prstGeom>
          <a:solidFill>
            <a:srgbClr val="1B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0"/>
            <a:ext cx="11457432" cy="594360"/>
          </a:xfrm>
          <a:prstGeom prst="rect">
            <a:avLst/>
          </a:prstGeom>
          <a:noFill/>
        </p:spPr>
        <p:txBody>
          <a:bodyPr wrap="square">
            <a:spAutoFit/>
          </a:bodyPr>
          <a:lstStyle/>
          <a:p>
            <a:pPr algn="l"/>
            <a:r>
              <a:rPr sz="1800" b="1" i="0">
                <a:solidFill>
                  <a:srgbClr val="D94438"/>
                </a:solidFill>
              </a:rPr>
              <a:t>How concerned are you about this issue in your community?</a:t>
            </a:r>
          </a:p>
        </p:txBody>
      </p:sp>
      <p:sp>
        <p:nvSpPr>
          <p:cNvPr id="4" name="TextBox 3"/>
          <p:cNvSpPr txBox="1"/>
          <p:nvPr/>
        </p:nvSpPr>
        <p:spPr>
          <a:xfrm>
            <a:off x="365760" y="1051560"/>
            <a:ext cx="11457432" cy="347472"/>
          </a:xfrm>
          <a:prstGeom prst="rect">
            <a:avLst/>
          </a:prstGeom>
          <a:noFill/>
        </p:spPr>
        <p:txBody>
          <a:bodyPr wrap="square">
            <a:spAutoFit/>
          </a:bodyPr>
          <a:lstStyle/>
          <a:p>
            <a:pPr algn="l"/>
            <a:r>
              <a:rPr sz="1100" b="0" i="1">
                <a:solidFill>
                  <a:srgbClr val="58595B"/>
                </a:solidFill>
              </a:rPr>
              <a:t>[issue_concern] (%)</a:t>
            </a:r>
          </a:p>
        </p:txBody>
      </p:sp>
      <p:pic>
        <p:nvPicPr>
          <p:cNvPr id="5" name="Picture 4" descr="image.png"/>
          <p:cNvPicPr>
            <a:picLocks noChangeAspect="1"/>
          </p:cNvPicPr>
          <p:nvPr/>
        </p:nvPicPr>
        <p:blipFill>
          <a:blip r:embed="rId2"/>
          <a:stretch>
            <a:fillRect/>
          </a:stretch>
        </p:blipFill>
        <p:spPr>
          <a:xfrm>
            <a:off x="365760" y="1417320"/>
            <a:ext cx="6702552" cy="1645920"/>
          </a:xfrm>
          <a:prstGeom prst="rect">
            <a:avLst/>
          </a:prstGeom>
        </p:spPr>
      </p:pic>
      <p:sp>
        <p:nvSpPr>
          <p:cNvPr id="6" name="TextBox 5"/>
          <p:cNvSpPr txBox="1"/>
          <p:nvPr/>
        </p:nvSpPr>
        <p:spPr>
          <a:xfrm>
            <a:off x="7434072" y="1417320"/>
            <a:ext cx="4389119" cy="1645920"/>
          </a:xfrm>
          <a:prstGeom prst="rect">
            <a:avLst/>
          </a:prstGeom>
          <a:noFill/>
        </p:spPr>
        <p:txBody>
          <a:bodyPr wrap="square">
            <a:spAutoFit/>
          </a:bodyPr>
          <a:lstStyle/>
          <a:p>
            <a:r>
              <a:rPr sz="1000" b="0">
                <a:solidFill>
                  <a:srgbClr val="58595B"/>
                </a:solidFill>
              </a:rPr>
              <a:t>Add subgroup breakdowns here, e.g.:</a:t>
            </a:r>
          </a:p>
          <a:p>
            <a:r>
              <a:rPr sz="1000" b="0">
                <a:solidFill>
                  <a:srgbClr val="58595B"/>
                </a:solidFill>
              </a:rPr>
              <a:t>– Under 30:  XX%</a:t>
            </a:r>
          </a:p>
          <a:p>
            <a:r>
              <a:rPr sz="1000" b="0">
                <a:solidFill>
                  <a:srgbClr val="58595B"/>
                </a:solidFill>
              </a:rPr>
              <a:t>– 30–44:     XX%</a:t>
            </a:r>
          </a:p>
        </p:txBody>
      </p:sp>
      <p:sp>
        <p:nvSpPr>
          <p:cNvPr id="7" name="TextBox 6"/>
          <p:cNvSpPr txBox="1"/>
          <p:nvPr/>
        </p:nvSpPr>
        <p:spPr>
          <a:xfrm>
            <a:off x="365760" y="6492240"/>
            <a:ext cx="11457432" cy="256032"/>
          </a:xfrm>
          <a:prstGeom prst="rect">
            <a:avLst/>
          </a:prstGeom>
          <a:noFill/>
        </p:spPr>
        <p:txBody>
          <a:bodyPr wrap="square">
            <a:spAutoFit/>
          </a:bodyPr>
          <a:lstStyle/>
          <a:p>
            <a:pPr algn="l"/>
            <a:r>
              <a:rPr sz="800" b="0" i="1">
                <a:solidFill>
                  <a:srgbClr val="58595B"/>
                </a:solidFill>
              </a:rPr>
              <a:t>Base: all respondents (n=200)</a:t>
            </a:r>
          </a:p>
        </p:txBody>
      </p:sp>
      <p:sp>
        <p:nvSpPr>
          <p:cNvPr id="8" name="TextBox 7"/>
          <p:cNvSpPr txBox="1"/>
          <p:nvPr/>
        </p:nvSpPr>
        <p:spPr>
          <a:xfrm>
            <a:off x="11338560" y="91440"/>
            <a:ext cx="612648" cy="274320"/>
          </a:xfrm>
          <a:prstGeom prst="rect">
            <a:avLst/>
          </a:prstGeom>
          <a:noFill/>
        </p:spPr>
        <p:txBody>
          <a:bodyPr wrap="square">
            <a:spAutoFit/>
          </a:bodyPr>
          <a:lstStyle/>
          <a:p>
            <a:pPr algn="r"/>
            <a:r>
              <a:rPr sz="800" b="0" i="0">
                <a:solidFill>
                  <a:srgbClr val="FFFFFF"/>
                </a:solidFil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0"/>
          </a:xfrm>
          <a:prstGeom prst="rect">
            <a:avLst/>
          </a:prstGeom>
          <a:solidFill>
            <a:srgbClr val="1B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0"/>
            <a:ext cx="11457432" cy="594360"/>
          </a:xfrm>
          <a:prstGeom prst="rect">
            <a:avLst/>
          </a:prstGeom>
          <a:noFill/>
        </p:spPr>
        <p:txBody>
          <a:bodyPr wrap="square">
            <a:spAutoFit/>
          </a:bodyPr>
          <a:lstStyle/>
          <a:p>
            <a:pPr algn="l"/>
            <a:r>
              <a:rPr sz="1800" b="1" i="0">
                <a:solidFill>
                  <a:srgbClr val="D94438"/>
                </a:solidFill>
              </a:rPr>
              <a:t>The government is handling this issue effectively.</a:t>
            </a:r>
          </a:p>
        </p:txBody>
      </p:sp>
      <p:sp>
        <p:nvSpPr>
          <p:cNvPr id="4" name="TextBox 3"/>
          <p:cNvSpPr txBox="1"/>
          <p:nvPr/>
        </p:nvSpPr>
        <p:spPr>
          <a:xfrm>
            <a:off x="365760" y="1051560"/>
            <a:ext cx="11457432" cy="347472"/>
          </a:xfrm>
          <a:prstGeom prst="rect">
            <a:avLst/>
          </a:prstGeom>
          <a:noFill/>
        </p:spPr>
        <p:txBody>
          <a:bodyPr wrap="square">
            <a:spAutoFit/>
          </a:bodyPr>
          <a:lstStyle/>
          <a:p>
            <a:pPr algn="l"/>
            <a:r>
              <a:rPr sz="1100" b="0" i="1">
                <a:solidFill>
                  <a:srgbClr val="58595B"/>
                </a:solidFill>
              </a:rPr>
              <a:t>[govt_handling] (%)</a:t>
            </a:r>
          </a:p>
        </p:txBody>
      </p:sp>
      <p:pic>
        <p:nvPicPr>
          <p:cNvPr id="5" name="Picture 4" descr="image.png"/>
          <p:cNvPicPr>
            <a:picLocks noChangeAspect="1"/>
          </p:cNvPicPr>
          <p:nvPr/>
        </p:nvPicPr>
        <p:blipFill>
          <a:blip r:embed="rId2"/>
          <a:stretch>
            <a:fillRect/>
          </a:stretch>
        </p:blipFill>
        <p:spPr>
          <a:xfrm>
            <a:off x="365760" y="1417320"/>
            <a:ext cx="6702552" cy="1645920"/>
          </a:xfrm>
          <a:prstGeom prst="rect">
            <a:avLst/>
          </a:prstGeom>
        </p:spPr>
      </p:pic>
      <p:sp>
        <p:nvSpPr>
          <p:cNvPr id="6" name="TextBox 5"/>
          <p:cNvSpPr txBox="1"/>
          <p:nvPr/>
        </p:nvSpPr>
        <p:spPr>
          <a:xfrm>
            <a:off x="7434072" y="1417320"/>
            <a:ext cx="4389119" cy="1645920"/>
          </a:xfrm>
          <a:prstGeom prst="rect">
            <a:avLst/>
          </a:prstGeom>
          <a:noFill/>
        </p:spPr>
        <p:txBody>
          <a:bodyPr wrap="square">
            <a:spAutoFit/>
          </a:bodyPr>
          <a:lstStyle/>
          <a:p>
            <a:r>
              <a:rPr sz="1000" b="0">
                <a:solidFill>
                  <a:srgbClr val="58595B"/>
                </a:solidFill>
              </a:rPr>
              <a:t>Add subgroup breakdowns here, e.g.:</a:t>
            </a:r>
          </a:p>
          <a:p>
            <a:r>
              <a:rPr sz="1000" b="0">
                <a:solidFill>
                  <a:srgbClr val="58595B"/>
                </a:solidFill>
              </a:rPr>
              <a:t>– Under 30:  XX%</a:t>
            </a:r>
          </a:p>
          <a:p>
            <a:r>
              <a:rPr sz="1000" b="0">
                <a:solidFill>
                  <a:srgbClr val="58595B"/>
                </a:solidFill>
              </a:rPr>
              <a:t>– 30–44:     XX%</a:t>
            </a:r>
          </a:p>
        </p:txBody>
      </p:sp>
      <p:sp>
        <p:nvSpPr>
          <p:cNvPr id="7" name="TextBox 6"/>
          <p:cNvSpPr txBox="1"/>
          <p:nvPr/>
        </p:nvSpPr>
        <p:spPr>
          <a:xfrm>
            <a:off x="365760" y="6492240"/>
            <a:ext cx="11457432" cy="256032"/>
          </a:xfrm>
          <a:prstGeom prst="rect">
            <a:avLst/>
          </a:prstGeom>
          <a:noFill/>
        </p:spPr>
        <p:txBody>
          <a:bodyPr wrap="square">
            <a:spAutoFit/>
          </a:bodyPr>
          <a:lstStyle/>
          <a:p>
            <a:pPr algn="l"/>
            <a:r>
              <a:rPr sz="800" b="0" i="1">
                <a:solidFill>
                  <a:srgbClr val="58595B"/>
                </a:solidFill>
              </a:rPr>
              <a:t>Base: all respondents (n=200)</a:t>
            </a:r>
          </a:p>
        </p:txBody>
      </p:sp>
      <p:sp>
        <p:nvSpPr>
          <p:cNvPr id="8" name="TextBox 7"/>
          <p:cNvSpPr txBox="1"/>
          <p:nvPr/>
        </p:nvSpPr>
        <p:spPr>
          <a:xfrm>
            <a:off x="11338560" y="91440"/>
            <a:ext cx="612648" cy="274320"/>
          </a:xfrm>
          <a:prstGeom prst="rect">
            <a:avLst/>
          </a:prstGeom>
          <a:noFill/>
        </p:spPr>
        <p:txBody>
          <a:bodyPr wrap="square">
            <a:spAutoFit/>
          </a:bodyPr>
          <a:lstStyle/>
          <a:p>
            <a:pPr algn="r"/>
            <a:r>
              <a:rPr sz="800" b="0" i="0">
                <a:solidFill>
                  <a:srgbClr val="FFFFFF"/>
                </a:solidFil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0"/>
          </a:xfrm>
          <a:prstGeom prst="rect">
            <a:avLst/>
          </a:prstGeom>
          <a:solidFill>
            <a:srgbClr val="1B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0"/>
            <a:ext cx="11457432" cy="594360"/>
          </a:xfrm>
          <a:prstGeom prst="rect">
            <a:avLst/>
          </a:prstGeom>
          <a:noFill/>
        </p:spPr>
        <p:txBody>
          <a:bodyPr wrap="square">
            <a:spAutoFit/>
          </a:bodyPr>
          <a:lstStyle/>
          <a:p>
            <a:pPr algn="l"/>
            <a:r>
              <a:rPr sz="1800" b="1" i="0">
                <a:solidFill>
                  <a:srgbClr val="D94438"/>
                </a:solidFill>
              </a:rPr>
              <a:t>This issue has a direct impact on everyday people in our community.</a:t>
            </a:r>
          </a:p>
        </p:txBody>
      </p:sp>
      <p:sp>
        <p:nvSpPr>
          <p:cNvPr id="4" name="TextBox 3"/>
          <p:cNvSpPr txBox="1"/>
          <p:nvPr/>
        </p:nvSpPr>
        <p:spPr>
          <a:xfrm>
            <a:off x="365760" y="1051560"/>
            <a:ext cx="11457432" cy="347472"/>
          </a:xfrm>
          <a:prstGeom prst="rect">
            <a:avLst/>
          </a:prstGeom>
          <a:noFill/>
        </p:spPr>
        <p:txBody>
          <a:bodyPr wrap="square">
            <a:spAutoFit/>
          </a:bodyPr>
          <a:lstStyle/>
          <a:p>
            <a:pPr algn="l"/>
            <a:r>
              <a:rPr sz="1100" b="0" i="1">
                <a:solidFill>
                  <a:srgbClr val="58595B"/>
                </a:solidFill>
              </a:rPr>
              <a:t>[stmt_community] (%)</a:t>
            </a:r>
          </a:p>
        </p:txBody>
      </p:sp>
      <p:pic>
        <p:nvPicPr>
          <p:cNvPr id="5" name="Picture 4" descr="image.png"/>
          <p:cNvPicPr>
            <a:picLocks noChangeAspect="1"/>
          </p:cNvPicPr>
          <p:nvPr/>
        </p:nvPicPr>
        <p:blipFill>
          <a:blip r:embed="rId2"/>
          <a:stretch>
            <a:fillRect/>
          </a:stretch>
        </p:blipFill>
        <p:spPr>
          <a:xfrm>
            <a:off x="365760" y="1417320"/>
            <a:ext cx="6702552" cy="1645920"/>
          </a:xfrm>
          <a:prstGeom prst="rect">
            <a:avLst/>
          </a:prstGeom>
        </p:spPr>
      </p:pic>
      <p:sp>
        <p:nvSpPr>
          <p:cNvPr id="6" name="TextBox 5"/>
          <p:cNvSpPr txBox="1"/>
          <p:nvPr/>
        </p:nvSpPr>
        <p:spPr>
          <a:xfrm>
            <a:off x="7434072" y="1417320"/>
            <a:ext cx="4389119" cy="1645920"/>
          </a:xfrm>
          <a:prstGeom prst="rect">
            <a:avLst/>
          </a:prstGeom>
          <a:noFill/>
        </p:spPr>
        <p:txBody>
          <a:bodyPr wrap="square">
            <a:spAutoFit/>
          </a:bodyPr>
          <a:lstStyle/>
          <a:p>
            <a:r>
              <a:rPr sz="1000" b="0">
                <a:solidFill>
                  <a:srgbClr val="58595B"/>
                </a:solidFill>
              </a:rPr>
              <a:t>Add subgroup breakdowns here, e.g.:</a:t>
            </a:r>
          </a:p>
          <a:p>
            <a:r>
              <a:rPr sz="1000" b="0">
                <a:solidFill>
                  <a:srgbClr val="58595B"/>
                </a:solidFill>
              </a:rPr>
              <a:t>– Under 30:  XX%</a:t>
            </a:r>
          </a:p>
          <a:p>
            <a:r>
              <a:rPr sz="1000" b="0">
                <a:solidFill>
                  <a:srgbClr val="58595B"/>
                </a:solidFill>
              </a:rPr>
              <a:t>– 30–44:     XX%</a:t>
            </a:r>
          </a:p>
        </p:txBody>
      </p:sp>
      <p:sp>
        <p:nvSpPr>
          <p:cNvPr id="7" name="TextBox 6"/>
          <p:cNvSpPr txBox="1"/>
          <p:nvPr/>
        </p:nvSpPr>
        <p:spPr>
          <a:xfrm>
            <a:off x="365760" y="6492240"/>
            <a:ext cx="11457432" cy="256032"/>
          </a:xfrm>
          <a:prstGeom prst="rect">
            <a:avLst/>
          </a:prstGeom>
          <a:noFill/>
        </p:spPr>
        <p:txBody>
          <a:bodyPr wrap="square">
            <a:spAutoFit/>
          </a:bodyPr>
          <a:lstStyle/>
          <a:p>
            <a:pPr algn="l"/>
            <a:r>
              <a:rPr sz="800" b="0" i="1">
                <a:solidFill>
                  <a:srgbClr val="58595B"/>
                </a:solidFill>
              </a:rPr>
              <a:t>Base: all respondents (n=200)</a:t>
            </a:r>
          </a:p>
        </p:txBody>
      </p:sp>
      <p:sp>
        <p:nvSpPr>
          <p:cNvPr id="8" name="TextBox 7"/>
          <p:cNvSpPr txBox="1"/>
          <p:nvPr/>
        </p:nvSpPr>
        <p:spPr>
          <a:xfrm>
            <a:off x="11338560" y="91440"/>
            <a:ext cx="612648" cy="274320"/>
          </a:xfrm>
          <a:prstGeom prst="rect">
            <a:avLst/>
          </a:prstGeom>
          <a:noFill/>
        </p:spPr>
        <p:txBody>
          <a:bodyPr wrap="square">
            <a:spAutoFit/>
          </a:bodyPr>
          <a:lstStyle/>
          <a:p>
            <a:pPr algn="r"/>
            <a:r>
              <a:rPr sz="800" b="0" i="0">
                <a:solidFill>
                  <a:srgbClr val="FFFFFF"/>
                </a:solidFil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0"/>
          </a:xfrm>
          <a:prstGeom prst="rect">
            <a:avLst/>
          </a:prstGeom>
          <a:solidFill>
            <a:srgbClr val="1B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0"/>
            <a:ext cx="11457432" cy="594360"/>
          </a:xfrm>
          <a:prstGeom prst="rect">
            <a:avLst/>
          </a:prstGeom>
          <a:noFill/>
        </p:spPr>
        <p:txBody>
          <a:bodyPr wrap="square">
            <a:spAutoFit/>
          </a:bodyPr>
          <a:lstStyle/>
          <a:p>
            <a:pPr algn="l"/>
            <a:r>
              <a:rPr sz="1800" b="1" i="0">
                <a:solidFill>
                  <a:srgbClr val="D94438"/>
                </a:solidFill>
              </a:rPr>
              <a:t>Government must take a stronger leadership role on this issue.</a:t>
            </a:r>
          </a:p>
        </p:txBody>
      </p:sp>
      <p:sp>
        <p:nvSpPr>
          <p:cNvPr id="4" name="TextBox 3"/>
          <p:cNvSpPr txBox="1"/>
          <p:nvPr/>
        </p:nvSpPr>
        <p:spPr>
          <a:xfrm>
            <a:off x="365760" y="1051560"/>
            <a:ext cx="11457432" cy="347472"/>
          </a:xfrm>
          <a:prstGeom prst="rect">
            <a:avLst/>
          </a:prstGeom>
          <a:noFill/>
        </p:spPr>
        <p:txBody>
          <a:bodyPr wrap="square">
            <a:spAutoFit/>
          </a:bodyPr>
          <a:lstStyle/>
          <a:p>
            <a:pPr algn="l"/>
            <a:r>
              <a:rPr sz="1100" b="0" i="1">
                <a:solidFill>
                  <a:srgbClr val="58595B"/>
                </a:solidFill>
              </a:rPr>
              <a:t>[stmt_govt_role] (%)</a:t>
            </a:r>
          </a:p>
        </p:txBody>
      </p:sp>
      <p:pic>
        <p:nvPicPr>
          <p:cNvPr id="5" name="Picture 4" descr="image.png"/>
          <p:cNvPicPr>
            <a:picLocks noChangeAspect="1"/>
          </p:cNvPicPr>
          <p:nvPr/>
        </p:nvPicPr>
        <p:blipFill>
          <a:blip r:embed="rId2"/>
          <a:stretch>
            <a:fillRect/>
          </a:stretch>
        </p:blipFill>
        <p:spPr>
          <a:xfrm>
            <a:off x="365760" y="1417320"/>
            <a:ext cx="6702552" cy="1645920"/>
          </a:xfrm>
          <a:prstGeom prst="rect">
            <a:avLst/>
          </a:prstGeom>
        </p:spPr>
      </p:pic>
      <p:sp>
        <p:nvSpPr>
          <p:cNvPr id="6" name="TextBox 5"/>
          <p:cNvSpPr txBox="1"/>
          <p:nvPr/>
        </p:nvSpPr>
        <p:spPr>
          <a:xfrm>
            <a:off x="7434072" y="1417320"/>
            <a:ext cx="4389119" cy="1645920"/>
          </a:xfrm>
          <a:prstGeom prst="rect">
            <a:avLst/>
          </a:prstGeom>
          <a:noFill/>
        </p:spPr>
        <p:txBody>
          <a:bodyPr wrap="square">
            <a:spAutoFit/>
          </a:bodyPr>
          <a:lstStyle/>
          <a:p>
            <a:r>
              <a:rPr sz="1000" b="0">
                <a:solidFill>
                  <a:srgbClr val="58595B"/>
                </a:solidFill>
              </a:rPr>
              <a:t>Add subgroup breakdowns here, e.g.:</a:t>
            </a:r>
          </a:p>
          <a:p>
            <a:r>
              <a:rPr sz="1000" b="0">
                <a:solidFill>
                  <a:srgbClr val="58595B"/>
                </a:solidFill>
              </a:rPr>
              <a:t>– Under 30:  XX%</a:t>
            </a:r>
          </a:p>
          <a:p>
            <a:r>
              <a:rPr sz="1000" b="0">
                <a:solidFill>
                  <a:srgbClr val="58595B"/>
                </a:solidFill>
              </a:rPr>
              <a:t>– 30–44:     XX%</a:t>
            </a:r>
          </a:p>
        </p:txBody>
      </p:sp>
      <p:sp>
        <p:nvSpPr>
          <p:cNvPr id="7" name="TextBox 6"/>
          <p:cNvSpPr txBox="1"/>
          <p:nvPr/>
        </p:nvSpPr>
        <p:spPr>
          <a:xfrm>
            <a:off x="365760" y="6492240"/>
            <a:ext cx="11457432" cy="256032"/>
          </a:xfrm>
          <a:prstGeom prst="rect">
            <a:avLst/>
          </a:prstGeom>
          <a:noFill/>
        </p:spPr>
        <p:txBody>
          <a:bodyPr wrap="square">
            <a:spAutoFit/>
          </a:bodyPr>
          <a:lstStyle/>
          <a:p>
            <a:pPr algn="l"/>
            <a:r>
              <a:rPr sz="800" b="0" i="1">
                <a:solidFill>
                  <a:srgbClr val="58595B"/>
                </a:solidFill>
              </a:rPr>
              <a:t>Base: all respondents (n=200)</a:t>
            </a:r>
          </a:p>
        </p:txBody>
      </p:sp>
      <p:sp>
        <p:nvSpPr>
          <p:cNvPr id="8" name="TextBox 7"/>
          <p:cNvSpPr txBox="1"/>
          <p:nvPr/>
        </p:nvSpPr>
        <p:spPr>
          <a:xfrm>
            <a:off x="11338560" y="91440"/>
            <a:ext cx="612648" cy="274320"/>
          </a:xfrm>
          <a:prstGeom prst="rect">
            <a:avLst/>
          </a:prstGeom>
          <a:noFill/>
        </p:spPr>
        <p:txBody>
          <a:bodyPr wrap="square">
            <a:spAutoFit/>
          </a:bodyPr>
          <a:lstStyle/>
          <a:p>
            <a:pPr algn="r"/>
            <a:r>
              <a:rPr sz="800" b="0" i="0">
                <a:solidFill>
                  <a:srgbClr val="FFFFFF"/>
                </a:solidFil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0"/>
          </a:xfrm>
          <a:prstGeom prst="rect">
            <a:avLst/>
          </a:prstGeom>
          <a:solidFill>
            <a:srgbClr val="1B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0"/>
            <a:ext cx="11457432" cy="594360"/>
          </a:xfrm>
          <a:prstGeom prst="rect">
            <a:avLst/>
          </a:prstGeom>
          <a:noFill/>
        </p:spPr>
        <p:txBody>
          <a:bodyPr wrap="square">
            <a:spAutoFit/>
          </a:bodyPr>
          <a:lstStyle/>
          <a:p>
            <a:pPr algn="l"/>
            <a:r>
              <a:rPr sz="1800" b="1" i="0">
                <a:solidFill>
                  <a:srgbClr val="D94438"/>
                </a:solidFill>
              </a:rPr>
              <a:t>Local action can make a meaningful difference on this issue.</a:t>
            </a:r>
          </a:p>
        </p:txBody>
      </p:sp>
      <p:sp>
        <p:nvSpPr>
          <p:cNvPr id="4" name="TextBox 3"/>
          <p:cNvSpPr txBox="1"/>
          <p:nvPr/>
        </p:nvSpPr>
        <p:spPr>
          <a:xfrm>
            <a:off x="365760" y="1051560"/>
            <a:ext cx="11457432" cy="347472"/>
          </a:xfrm>
          <a:prstGeom prst="rect">
            <a:avLst/>
          </a:prstGeom>
          <a:noFill/>
        </p:spPr>
        <p:txBody>
          <a:bodyPr wrap="square">
            <a:spAutoFit/>
          </a:bodyPr>
          <a:lstStyle/>
          <a:p>
            <a:pPr algn="l"/>
            <a:r>
              <a:rPr sz="1100" b="0" i="1">
                <a:solidFill>
                  <a:srgbClr val="58595B"/>
                </a:solidFill>
              </a:rPr>
              <a:t>[stmt_local_action] (%)</a:t>
            </a:r>
          </a:p>
        </p:txBody>
      </p:sp>
      <p:pic>
        <p:nvPicPr>
          <p:cNvPr id="5" name="Picture 4" descr="image.png"/>
          <p:cNvPicPr>
            <a:picLocks noChangeAspect="1"/>
          </p:cNvPicPr>
          <p:nvPr/>
        </p:nvPicPr>
        <p:blipFill>
          <a:blip r:embed="rId2"/>
          <a:stretch>
            <a:fillRect/>
          </a:stretch>
        </p:blipFill>
        <p:spPr>
          <a:xfrm>
            <a:off x="365760" y="1417320"/>
            <a:ext cx="6702552" cy="1645920"/>
          </a:xfrm>
          <a:prstGeom prst="rect">
            <a:avLst/>
          </a:prstGeom>
        </p:spPr>
      </p:pic>
      <p:sp>
        <p:nvSpPr>
          <p:cNvPr id="6" name="TextBox 5"/>
          <p:cNvSpPr txBox="1"/>
          <p:nvPr/>
        </p:nvSpPr>
        <p:spPr>
          <a:xfrm>
            <a:off x="7434072" y="1417320"/>
            <a:ext cx="4389119" cy="1645920"/>
          </a:xfrm>
          <a:prstGeom prst="rect">
            <a:avLst/>
          </a:prstGeom>
          <a:noFill/>
        </p:spPr>
        <p:txBody>
          <a:bodyPr wrap="square">
            <a:spAutoFit/>
          </a:bodyPr>
          <a:lstStyle/>
          <a:p>
            <a:r>
              <a:rPr sz="1000" b="0">
                <a:solidFill>
                  <a:srgbClr val="58595B"/>
                </a:solidFill>
              </a:rPr>
              <a:t>Add subgroup breakdowns here, e.g.:</a:t>
            </a:r>
          </a:p>
          <a:p>
            <a:r>
              <a:rPr sz="1000" b="0">
                <a:solidFill>
                  <a:srgbClr val="58595B"/>
                </a:solidFill>
              </a:rPr>
              <a:t>– Under 30:  XX%</a:t>
            </a:r>
          </a:p>
          <a:p>
            <a:r>
              <a:rPr sz="1000" b="0">
                <a:solidFill>
                  <a:srgbClr val="58595B"/>
                </a:solidFill>
              </a:rPr>
              <a:t>– 30–44:     XX%</a:t>
            </a:r>
          </a:p>
        </p:txBody>
      </p:sp>
      <p:sp>
        <p:nvSpPr>
          <p:cNvPr id="7" name="TextBox 6"/>
          <p:cNvSpPr txBox="1"/>
          <p:nvPr/>
        </p:nvSpPr>
        <p:spPr>
          <a:xfrm>
            <a:off x="365760" y="6492240"/>
            <a:ext cx="11457432" cy="256032"/>
          </a:xfrm>
          <a:prstGeom prst="rect">
            <a:avLst/>
          </a:prstGeom>
          <a:noFill/>
        </p:spPr>
        <p:txBody>
          <a:bodyPr wrap="square">
            <a:spAutoFit/>
          </a:bodyPr>
          <a:lstStyle/>
          <a:p>
            <a:pPr algn="l"/>
            <a:r>
              <a:rPr sz="800" b="0" i="1">
                <a:solidFill>
                  <a:srgbClr val="58595B"/>
                </a:solidFill>
              </a:rPr>
              <a:t>Base: all respondents (n=200)</a:t>
            </a:r>
          </a:p>
        </p:txBody>
      </p:sp>
      <p:sp>
        <p:nvSpPr>
          <p:cNvPr id="8" name="TextBox 7"/>
          <p:cNvSpPr txBox="1"/>
          <p:nvPr/>
        </p:nvSpPr>
        <p:spPr>
          <a:xfrm>
            <a:off x="11338560" y="91440"/>
            <a:ext cx="612648" cy="274320"/>
          </a:xfrm>
          <a:prstGeom prst="rect">
            <a:avLst/>
          </a:prstGeom>
          <a:noFill/>
        </p:spPr>
        <p:txBody>
          <a:bodyPr wrap="square">
            <a:spAutoFit/>
          </a:bodyPr>
          <a:lstStyle/>
          <a:p>
            <a:pPr algn="r"/>
            <a:r>
              <a:rPr sz="800" b="0" i="0">
                <a:solidFill>
                  <a:srgbClr val="FFFFFF"/>
                </a:solidFil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0"/>
          </a:xfrm>
          <a:prstGeom prst="rect">
            <a:avLst/>
          </a:prstGeom>
          <a:solidFill>
            <a:srgbClr val="1B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0"/>
            <a:ext cx="11457432" cy="594360"/>
          </a:xfrm>
          <a:prstGeom prst="rect">
            <a:avLst/>
          </a:prstGeom>
          <a:noFill/>
        </p:spPr>
        <p:txBody>
          <a:bodyPr wrap="square">
            <a:spAutoFit/>
          </a:bodyPr>
          <a:lstStyle/>
          <a:p>
            <a:pPr algn="l"/>
            <a:r>
              <a:rPr sz="1800" b="1" i="0">
                <a:solidFill>
                  <a:srgbClr val="D94438"/>
                </a:solidFill>
              </a:rPr>
              <a:t>Which region are you based in?</a:t>
            </a:r>
          </a:p>
        </p:txBody>
      </p:sp>
      <p:sp>
        <p:nvSpPr>
          <p:cNvPr id="4" name="TextBox 3"/>
          <p:cNvSpPr txBox="1"/>
          <p:nvPr/>
        </p:nvSpPr>
        <p:spPr>
          <a:xfrm>
            <a:off x="365760" y="1051560"/>
            <a:ext cx="11457432" cy="347472"/>
          </a:xfrm>
          <a:prstGeom prst="rect">
            <a:avLst/>
          </a:prstGeom>
          <a:noFill/>
        </p:spPr>
        <p:txBody>
          <a:bodyPr wrap="square">
            <a:spAutoFit/>
          </a:bodyPr>
          <a:lstStyle/>
          <a:p>
            <a:pPr algn="l"/>
            <a:r>
              <a:rPr sz="1100" b="0" i="1">
                <a:solidFill>
                  <a:srgbClr val="58595B"/>
                </a:solidFill>
              </a:rPr>
              <a:t>[region] (%)</a:t>
            </a:r>
          </a:p>
        </p:txBody>
      </p:sp>
      <p:pic>
        <p:nvPicPr>
          <p:cNvPr id="5" name="Picture 4" descr="image.png"/>
          <p:cNvPicPr>
            <a:picLocks noChangeAspect="1"/>
          </p:cNvPicPr>
          <p:nvPr/>
        </p:nvPicPr>
        <p:blipFill>
          <a:blip r:embed="rId2"/>
          <a:stretch>
            <a:fillRect/>
          </a:stretch>
        </p:blipFill>
        <p:spPr>
          <a:xfrm>
            <a:off x="365760" y="1417320"/>
            <a:ext cx="6702552" cy="1645920"/>
          </a:xfrm>
          <a:prstGeom prst="rect">
            <a:avLst/>
          </a:prstGeom>
        </p:spPr>
      </p:pic>
      <p:sp>
        <p:nvSpPr>
          <p:cNvPr id="6" name="TextBox 5"/>
          <p:cNvSpPr txBox="1"/>
          <p:nvPr/>
        </p:nvSpPr>
        <p:spPr>
          <a:xfrm>
            <a:off x="7434072" y="1417320"/>
            <a:ext cx="4389119" cy="1645920"/>
          </a:xfrm>
          <a:prstGeom prst="rect">
            <a:avLst/>
          </a:prstGeom>
          <a:noFill/>
        </p:spPr>
        <p:txBody>
          <a:bodyPr wrap="square">
            <a:spAutoFit/>
          </a:bodyPr>
          <a:lstStyle/>
          <a:p>
            <a:r>
              <a:rPr sz="1000" b="0">
                <a:solidFill>
                  <a:srgbClr val="58595B"/>
                </a:solidFill>
              </a:rPr>
              <a:t>Add subgroup breakdowns here, e.g.:</a:t>
            </a:r>
          </a:p>
          <a:p>
            <a:r>
              <a:rPr sz="1000" b="0">
                <a:solidFill>
                  <a:srgbClr val="58595B"/>
                </a:solidFill>
              </a:rPr>
              <a:t>– Under 30:  XX%</a:t>
            </a:r>
          </a:p>
          <a:p>
            <a:r>
              <a:rPr sz="1000" b="0">
                <a:solidFill>
                  <a:srgbClr val="58595B"/>
                </a:solidFill>
              </a:rPr>
              <a:t>– 30–44:     XX%</a:t>
            </a:r>
          </a:p>
        </p:txBody>
      </p:sp>
      <p:sp>
        <p:nvSpPr>
          <p:cNvPr id="7" name="TextBox 6"/>
          <p:cNvSpPr txBox="1"/>
          <p:nvPr/>
        </p:nvSpPr>
        <p:spPr>
          <a:xfrm>
            <a:off x="365760" y="6492240"/>
            <a:ext cx="11457432" cy="256032"/>
          </a:xfrm>
          <a:prstGeom prst="rect">
            <a:avLst/>
          </a:prstGeom>
          <a:noFill/>
        </p:spPr>
        <p:txBody>
          <a:bodyPr wrap="square">
            <a:spAutoFit/>
          </a:bodyPr>
          <a:lstStyle/>
          <a:p>
            <a:pPr algn="l"/>
            <a:r>
              <a:rPr sz="800" b="0" i="1">
                <a:solidFill>
                  <a:srgbClr val="58595B"/>
                </a:solidFill>
              </a:rPr>
              <a:t>Base: all respondents (n=200)</a:t>
            </a:r>
          </a:p>
        </p:txBody>
      </p:sp>
      <p:sp>
        <p:nvSpPr>
          <p:cNvPr id="8" name="TextBox 7"/>
          <p:cNvSpPr txBox="1"/>
          <p:nvPr/>
        </p:nvSpPr>
        <p:spPr>
          <a:xfrm>
            <a:off x="11338560" y="91440"/>
            <a:ext cx="612648" cy="274320"/>
          </a:xfrm>
          <a:prstGeom prst="rect">
            <a:avLst/>
          </a:prstGeom>
          <a:noFill/>
        </p:spPr>
        <p:txBody>
          <a:bodyPr wrap="square">
            <a:spAutoFit/>
          </a:bodyPr>
          <a:lstStyle/>
          <a:p>
            <a:pPr algn="r"/>
            <a:r>
              <a:rPr sz="800" b="0" i="0">
                <a:solidFill>
                  <a:srgbClr val="FFFFFF"/>
                </a:solidFil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0"/>
          </a:xfrm>
          <a:prstGeom prst="rect">
            <a:avLst/>
          </a:prstGeom>
          <a:solidFill>
            <a:srgbClr val="1B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0"/>
            <a:ext cx="11457432" cy="594360"/>
          </a:xfrm>
          <a:prstGeom prst="rect">
            <a:avLst/>
          </a:prstGeom>
          <a:noFill/>
        </p:spPr>
        <p:txBody>
          <a:bodyPr wrap="square">
            <a:spAutoFit/>
          </a:bodyPr>
          <a:lstStyle/>
          <a:p>
            <a:pPr algn="l"/>
            <a:r>
              <a:rPr sz="1800" b="1" i="0">
                <a:solidFill>
                  <a:srgbClr val="D94438"/>
                </a:solidFill>
              </a:rPr>
              <a:t>What is your age group?</a:t>
            </a:r>
          </a:p>
        </p:txBody>
      </p:sp>
      <p:sp>
        <p:nvSpPr>
          <p:cNvPr id="4" name="TextBox 3"/>
          <p:cNvSpPr txBox="1"/>
          <p:nvPr/>
        </p:nvSpPr>
        <p:spPr>
          <a:xfrm>
            <a:off x="365760" y="1051560"/>
            <a:ext cx="11457432" cy="347472"/>
          </a:xfrm>
          <a:prstGeom prst="rect">
            <a:avLst/>
          </a:prstGeom>
          <a:noFill/>
        </p:spPr>
        <p:txBody>
          <a:bodyPr wrap="square">
            <a:spAutoFit/>
          </a:bodyPr>
          <a:lstStyle/>
          <a:p>
            <a:pPr algn="l"/>
            <a:r>
              <a:rPr sz="1100" b="0" i="1">
                <a:solidFill>
                  <a:srgbClr val="58595B"/>
                </a:solidFill>
              </a:rPr>
              <a:t>[age_group] (%)</a:t>
            </a:r>
          </a:p>
        </p:txBody>
      </p:sp>
      <p:pic>
        <p:nvPicPr>
          <p:cNvPr id="5" name="Picture 4" descr="image.png"/>
          <p:cNvPicPr>
            <a:picLocks noChangeAspect="1"/>
          </p:cNvPicPr>
          <p:nvPr/>
        </p:nvPicPr>
        <p:blipFill>
          <a:blip r:embed="rId2"/>
          <a:stretch>
            <a:fillRect/>
          </a:stretch>
        </p:blipFill>
        <p:spPr>
          <a:xfrm>
            <a:off x="365760" y="1417320"/>
            <a:ext cx="6702552" cy="1645920"/>
          </a:xfrm>
          <a:prstGeom prst="rect">
            <a:avLst/>
          </a:prstGeom>
        </p:spPr>
      </p:pic>
      <p:sp>
        <p:nvSpPr>
          <p:cNvPr id="6" name="TextBox 5"/>
          <p:cNvSpPr txBox="1"/>
          <p:nvPr/>
        </p:nvSpPr>
        <p:spPr>
          <a:xfrm>
            <a:off x="7434072" y="1417320"/>
            <a:ext cx="4389119" cy="1645920"/>
          </a:xfrm>
          <a:prstGeom prst="rect">
            <a:avLst/>
          </a:prstGeom>
          <a:noFill/>
        </p:spPr>
        <p:txBody>
          <a:bodyPr wrap="square">
            <a:spAutoFit/>
          </a:bodyPr>
          <a:lstStyle/>
          <a:p>
            <a:r>
              <a:rPr sz="1000" b="0">
                <a:solidFill>
                  <a:srgbClr val="58595B"/>
                </a:solidFill>
              </a:rPr>
              <a:t>Add subgroup breakdowns here, e.g.:</a:t>
            </a:r>
          </a:p>
          <a:p>
            <a:r>
              <a:rPr sz="1000" b="0">
                <a:solidFill>
                  <a:srgbClr val="58595B"/>
                </a:solidFill>
              </a:rPr>
              <a:t>– Under 30:  XX%</a:t>
            </a:r>
          </a:p>
          <a:p>
            <a:r>
              <a:rPr sz="1000" b="0">
                <a:solidFill>
                  <a:srgbClr val="58595B"/>
                </a:solidFill>
              </a:rPr>
              <a:t>– 30–44:     XX%</a:t>
            </a:r>
          </a:p>
        </p:txBody>
      </p:sp>
      <p:sp>
        <p:nvSpPr>
          <p:cNvPr id="7" name="TextBox 6"/>
          <p:cNvSpPr txBox="1"/>
          <p:nvPr/>
        </p:nvSpPr>
        <p:spPr>
          <a:xfrm>
            <a:off x="365760" y="6492240"/>
            <a:ext cx="11457432" cy="256032"/>
          </a:xfrm>
          <a:prstGeom prst="rect">
            <a:avLst/>
          </a:prstGeom>
          <a:noFill/>
        </p:spPr>
        <p:txBody>
          <a:bodyPr wrap="square">
            <a:spAutoFit/>
          </a:bodyPr>
          <a:lstStyle/>
          <a:p>
            <a:pPr algn="l"/>
            <a:r>
              <a:rPr sz="800" b="0" i="1">
                <a:solidFill>
                  <a:srgbClr val="58595B"/>
                </a:solidFill>
              </a:rPr>
              <a:t>Base: all respondents (n=200)</a:t>
            </a:r>
          </a:p>
        </p:txBody>
      </p:sp>
      <p:sp>
        <p:nvSpPr>
          <p:cNvPr id="8" name="TextBox 7"/>
          <p:cNvSpPr txBox="1"/>
          <p:nvPr/>
        </p:nvSpPr>
        <p:spPr>
          <a:xfrm>
            <a:off x="11338560" y="91440"/>
            <a:ext cx="612648" cy="274320"/>
          </a:xfrm>
          <a:prstGeom prst="rect">
            <a:avLst/>
          </a:prstGeom>
          <a:noFill/>
        </p:spPr>
        <p:txBody>
          <a:bodyPr wrap="square">
            <a:spAutoFit/>
          </a:bodyPr>
          <a:lstStyle/>
          <a:p>
            <a:pPr algn="r"/>
            <a:r>
              <a:rPr sz="800" b="0" i="0">
                <a:solidFill>
                  <a:srgbClr val="FFFFFF"/>
                </a:solidFill>
              </a:rPr>
              <a:t>8</a:t>
            </a:r>
          </a:p>
        </p:txBody>
      </p:sp>
    </p:spTree>
  </p:cSld>
  <p:clrMapOvr>
    <a:masterClrMapping/>
  </p:clrMapOvr>
</p:sld>
</file>

<file path=ppt/theme/theme1.xml><?xml version="1.0" encoding="utf-8"?>
<a:theme xmlns:a="http://schemas.openxmlformats.org/drawingml/2006/main" name="Office Theme">
  <a:themeElements>
    <a:clrScheme name="Custom 4">
      <a:dk1>
        <a:sysClr val="windowText" lastClr="000000"/>
      </a:dk1>
      <a:lt1>
        <a:sysClr val="window" lastClr="FFFFFF"/>
      </a:lt1>
      <a:dk2>
        <a:srgbClr val="44546A"/>
      </a:dk2>
      <a:lt2>
        <a:srgbClr val="E7E6E6"/>
      </a:lt2>
      <a:accent1>
        <a:srgbClr val="027F7C"/>
      </a:accent1>
      <a:accent2>
        <a:srgbClr val="00BDBB"/>
      </a:accent2>
      <a:accent3>
        <a:srgbClr val="9BEFEF"/>
      </a:accent3>
      <a:accent4>
        <a:srgbClr val="F5C5C5"/>
      </a:accent4>
      <a:accent5>
        <a:srgbClr val="FA8488"/>
      </a:accent5>
      <a:accent6>
        <a:srgbClr val="A32015"/>
      </a:accent6>
      <a:hlink>
        <a:srgbClr val="0563C1"/>
      </a:hlink>
      <a:folHlink>
        <a:srgbClr val="954F72"/>
      </a:folHlink>
    </a:clrScheme>
    <a:fontScheme name="Custom 7">
      <a:majorFont>
        <a:latin typeface="DM Sans"/>
        <a:ea typeface=""/>
        <a:cs typeface=""/>
      </a:majorFont>
      <a:minorFont>
        <a:latin typeface="DM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BE1FB6-EDD4-4FA0-A6F0-E90A0F9D24C3}" vid="{0C80A656-FDD7-420C-9C91-094203702F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27830C7-CCA5-4086-BC04-ABC4B37A3B3B}">
  <we:reference id="WA200010001" version="1.0.0.1" store="Omex" storeType="OMEX"/>
  <we:alternateReferences>
    <we:reference id="WA200010001" version="1.0.0.1" store="WA200010001" storeType="OMEX"/>
  </we:alternateReferences>
  <we:properties>
    <we:property name="Office.AutoShowTaskpaneWithDocument" value="true"/>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3C5F446F2FBA5499C3138717435CD8E" ma:contentTypeVersion="18" ma:contentTypeDescription="Create a new document." ma:contentTypeScope="" ma:versionID="da8ca0a730ae20e733c3b0b25bc9a0d9">
  <xsd:schema xmlns:xsd="http://www.w3.org/2001/XMLSchema" xmlns:xs="http://www.w3.org/2001/XMLSchema" xmlns:p="http://schemas.microsoft.com/office/2006/metadata/properties" xmlns:ns2="a58b19d8-c329-48bc-abec-075b6f6744d3" xmlns:ns3="7c7aad43-5b3e-48d2-bc31-bc60de2cb891" targetNamespace="http://schemas.microsoft.com/office/2006/metadata/properties" ma:root="true" ma:fieldsID="8e4deecbac5d9a897942519eaa3b4037" ns2:_="" ns3:_="">
    <xsd:import namespace="a58b19d8-c329-48bc-abec-075b6f6744d3"/>
    <xsd:import namespace="7c7aad43-5b3e-48d2-bc31-bc60de2cb89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8b19d8-c329-48bc-abec-075b6f6744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03a8ff67-effd-457f-a18e-d029b8810d9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c7aad43-5b3e-48d2-bc31-bc60de2cb891"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900a275-e472-48ae-b0bc-40b06c3353e4}" ma:internalName="TaxCatchAll" ma:showField="CatchAllData" ma:web="7c7aad43-5b3e-48d2-bc31-bc60de2cb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98D2413-3D60-43ED-928E-01466A227BAC}">
  <ds:schemaRefs>
    <ds:schemaRef ds:uri="http://schemas.microsoft.com/sharepoint/v3/contenttype/forms"/>
  </ds:schemaRefs>
</ds:datastoreItem>
</file>

<file path=customXml/itemProps2.xml><?xml version="1.0" encoding="utf-8"?>
<ds:datastoreItem xmlns:ds="http://schemas.openxmlformats.org/officeDocument/2006/customXml" ds:itemID="{F625BB28-D861-49D6-8199-D4E94B77E7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58b19d8-c329-48bc-abec-075b6f6744d3"/>
    <ds:schemaRef ds:uri="7c7aad43-5b3e-48d2-bc31-bc60de2cb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TotalTime>
  <Words>4878</Words>
  <Application>Microsoft Office PowerPoint</Application>
  <PresentationFormat>Widescreen</PresentationFormat>
  <Paragraphs>698</Paragraphs>
  <Slides>59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59</vt:i4>
      </vt:variant>
    </vt:vector>
  </HeadingPairs>
  <TitlesOfParts>
    <vt:vector size="68" baseType="lpstr">
      <vt:lpstr>DM Sans 14pt Medium</vt:lpstr>
      <vt:lpstr>DM Sans 14pt Light</vt:lpstr>
      <vt:lpstr>DM Sans</vt:lpstr>
      <vt:lpstr>Arial</vt:lpstr>
      <vt:lpstr>Calibri</vt:lpstr>
      <vt:lpstr>PT Serif</vt:lpstr>
      <vt:lpstr>DM Sans 14pt</vt:lpstr>
      <vt:lpstr>DM Sans 14pt SemiBold</vt:lpstr>
      <vt:lpstr>Office Theme</vt:lpstr>
      <vt:lpstr>Title Survey report</vt:lpstr>
      <vt:lpstr>PowerPoint Presentation</vt:lpstr>
      <vt:lpstr>PowerPoint Presentation</vt:lpstr>
      <vt:lpstr>PowerPoint Presentation</vt:lpstr>
      <vt:lpstr>PowerPoint Presentation</vt:lpstr>
      <vt:lpstr>PowerPoint Presentation</vt:lpstr>
      <vt:lpstr>SLIDES I USE</vt:lpstr>
      <vt:lpstr>Tracking (2-4 periods) – 2 responses + unsure</vt:lpstr>
      <vt:lpstr>Tracking (2-4 periods) – 4 point scale</vt:lpstr>
      <vt:lpstr>Tracking (2-4 periods) – 5 point scale</vt:lpstr>
      <vt:lpstr>2 point scale + binary</vt:lpstr>
      <vt:lpstr>2 point scale + unsure with longer responses</vt:lpstr>
      <vt:lpstr>4 point scale</vt:lpstr>
      <vt:lpstr>Non-scale multiple responses</vt:lpstr>
      <vt:lpstr>Most/ second most</vt:lpstr>
      <vt:lpstr>4 point grid question – bidirectional</vt:lpstr>
      <vt:lpstr>4 point grid question – bidirectional (large)</vt:lpstr>
      <vt:lpstr>5 point grid question – bidirectional</vt:lpstr>
      <vt:lpstr>4 point grid question – monodirectional</vt:lpstr>
      <vt:lpstr>4 point - column</vt:lpstr>
      <vt:lpstr>Stacked bar vertical</vt:lpstr>
      <vt:lpstr>Tracking cluster bars</vt:lpstr>
      <vt:lpstr>Total by dem</vt:lpstr>
      <vt:lpstr>Totals by vote</vt:lpstr>
      <vt:lpstr>Stacked column with total</vt:lpstr>
      <vt:lpstr>Tracking - line</vt:lpstr>
      <vt:lpstr>Commentary - 1  </vt:lpstr>
      <vt:lpstr>Methodology</vt:lpstr>
      <vt:lpstr>TITLE PAGES</vt:lpstr>
      <vt:lpstr>What we do</vt:lpstr>
      <vt:lpstr>PowerPoint Presentation</vt:lpstr>
      <vt:lpstr>Quant: Daily tracking omnibus</vt:lpstr>
      <vt:lpstr>Quant: Standalones and segmentations</vt:lpstr>
      <vt:lpstr>Qualitative research options</vt:lpstr>
      <vt:lpstr>Our experience spans a wide range of sectors globally including politics, infrastructure, energy, transport, the primary sector, financial services, and public policy.  Talbot Mills Research principals, David Talbot and Stephen Mills, have had roles in strategy at the highest levels of politics and business.   David was pollster to New Zealand Prime Minister Jacinda Ardern, and now works for a range of Australian Federal and State political leaders as well as decision-makers in many listed companies.  As a firm, Talbot Mills Research is regularly cited in international media and have been the most accurate pollsters in many Australasian races. </vt:lpstr>
      <vt:lpstr>Our experience spans a wide range of sectors globally including politics, infrastructure, energy, transport, the primary sector, financial services, and public policy.  Talbot Mills Research principals, David Talbot and Stephen Mills, have had roles in strategy at the highest levels of politics and business.   David was pollster to New Zealand Prime Minister Jacinda Ardern, and now works for a range of Australian Federal and State political leaders as well as decision-makers in many listed companies.  As a firm, Talbot Mills Research is regularly cited in international media and have been the most accurate pollsters in many Australasian races. </vt:lpstr>
      <vt:lpstr>Title page header</vt:lpstr>
      <vt:lpstr>Headline here</vt:lpstr>
      <vt:lpstr>CHAPTER SLIDES</vt:lpstr>
      <vt:lpstr>Chapter Highlight</vt:lpstr>
      <vt:lpstr>Chapter  Highlight</vt:lpstr>
      <vt:lpstr>Other quant slides</vt:lpstr>
      <vt:lpstr>Impact on job</vt:lpstr>
      <vt:lpstr>Job security</vt:lpstr>
      <vt:lpstr>Headline here</vt:lpstr>
      <vt:lpstr>Impact on job</vt:lpstr>
      <vt:lpstr>Impact on job</vt:lpstr>
      <vt:lpstr>AI usage</vt:lpstr>
      <vt:lpstr>AI: Useful vs. serious risk</vt:lpstr>
      <vt:lpstr>QUOTE PAGES</vt:lpstr>
      <vt:lpstr>Positive media</vt:lpstr>
      <vt:lpstr>Negative media</vt:lpstr>
      <vt:lpstr>INFORMATION HEAVY PAGES</vt:lpstr>
      <vt:lpstr>Methodology</vt:lpstr>
      <vt:lpstr>Headline here</vt:lpstr>
      <vt:lpstr>Headline here</vt:lpstr>
      <vt:lpstr>Headline here</vt:lpstr>
      <vt:lpstr>Headline here</vt:lpstr>
      <vt:lpstr>Report prepared by Name for Talbot Mills Research name@talbotmillsresearch.com.au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Butt</dc:creator>
  <cp:lastModifiedBy>Thomas Butt</cp:lastModifiedBy>
  <cp:revision>1</cp:revision>
  <cp:lastPrinted>2024-02-11T21:53:43Z</cp:lastPrinted>
  <dcterms:created xsi:type="dcterms:W3CDTF">2026-03-15T01:04:19Z</dcterms:created>
  <dcterms:modified xsi:type="dcterms:W3CDTF">2026-03-15T01:07:31Z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2024-04-07T22:55:15Z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3a5faf02-d29f-4791-8e6c-cf518a6c9b50</vt:lpwstr>
  </property>
  <property fmtid="{D5CDD505-2E9C-101B-9397-08002B2CF9AE}" pid="7" name="MSIP_Label_defa4170-0d19-0005-0004-bc88714345d2_ActionId">
    <vt:lpwstr>015225aa-059c-4828-ba1b-906718064d94</vt:lpwstr>
  </property>
  <property fmtid="{D5CDD505-2E9C-101B-9397-08002B2CF9AE}" pid="8" name="MSIP_Label_defa4170-0d19-0005-0004-bc88714345d2_ContentBits">
    <vt:lpwstr>0</vt:lpwstr>
  </property>
</Properties>
</file>